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69" r:id="rId6"/>
    <p:sldId id="257" r:id="rId7"/>
    <p:sldId id="259" r:id="rId8"/>
    <p:sldId id="261" r:id="rId9"/>
    <p:sldId id="262" r:id="rId10"/>
    <p:sldId id="263" r:id="rId11"/>
    <p:sldId id="264" r:id="rId12"/>
    <p:sldId id="268" r:id="rId13"/>
    <p:sldId id="270" r:id="rId14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E3"/>
    <a:srgbClr val="68598D"/>
    <a:srgbClr val="646C92"/>
    <a:srgbClr val="5A6B76"/>
    <a:srgbClr val="5A6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2" autoAdjust="0"/>
    <p:restoredTop sz="95934"/>
  </p:normalViewPr>
  <p:slideViewPr>
    <p:cSldViewPr snapToGrid="0">
      <p:cViewPr>
        <p:scale>
          <a:sx n="81" d="100"/>
          <a:sy n="81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16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B214C67D-B906-455D-BA57-3AC7BDDD5A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D332E0C-8512-4414-B261-B516F8BA77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DB05146-C575-4725-B0BB-3692C7AACDEE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2024/3/9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286510F-EAB7-49FF-882B-FACF21CCB6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B226CFF-3858-4E44-8689-2174855E04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9FA676-98A1-4ED8-86AE-3FF061B14C58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38620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6EFC189-56BF-490E-8BAC-5A14F955992B}" type="datetime1">
              <a:rPr lang="zh-TW" altLang="en-US" noProof="0" smtClean="0"/>
              <a:t>2024/3/9</a:t>
            </a:fld>
            <a:endParaRPr lang="zh-TW" altLang="en-US" noProof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5B8B270D-091D-4ED2-8C85-0898DD7D9F21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2531187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B8B270D-091D-4ED2-8C85-0898DD7D9F21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0102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職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522" y="874663"/>
            <a:ext cx="4650901" cy="2334637"/>
          </a:xfrm>
        </p:spPr>
        <p:txBody>
          <a:bodyPr rtlCol="0">
            <a:normAutofit/>
          </a:bodyPr>
          <a:lstStyle>
            <a:lvl1pPr algn="ctr">
              <a:defRPr sz="4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F44A4473-D4D4-4E24-B542-C5D63C28D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14CA4A32-A016-460F-8B99-22A5D265B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84DB1BC2-B158-4DA5-9164-843E6B566C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751FDE2E-D749-401E-B3BA-66B2F5231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49546377-E2EE-4854-AA84-5575789BAF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</p:grpSp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04FCC465-42B8-456F-951F-8C51A42F9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D7F8A9A-8A53-4FD3-855C-C49B035CE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AC347F99-AC7C-4DB2-8AAF-9E2A7AE629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89B06C37-E219-479D-B324-0DC7D05651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29A1D878-CEA2-41DC-8638-A852316726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99394209-57ED-4126-A8DC-0862D1FA11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A48B0004-4618-4D71-88D1-A2FEE4F0AD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4D1C172B-2446-428A-A518-FE1B5FCE0D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E359C795-FCC1-401F-B0B6-F722AE632A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8260D102-71BB-497E-A5CF-743FB59874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811E3D98-A5FB-4BDE-A07D-A03EB898C6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9E48CE7F-B4EF-4629-8706-6838C171EF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C8EBC77A-0887-4128-A73B-2C0165C6F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7AF3D400-AAAA-47BD-922E-AA3A2AFA30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A3E6A0-609D-427D-9D34-E7CF184B45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DDE08965-A3F4-426A-924B-102A6F6FE2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13FA8E6E-7F53-47E9-9BF8-1CD3130F42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grpSp>
              <p:nvGrpSpPr>
                <p:cNvPr id="78" name="群組 77">
                  <a:extLst>
                    <a:ext uri="{FF2B5EF4-FFF2-40B4-BE49-F238E27FC236}">
                      <a16:creationId xmlns:a16="http://schemas.microsoft.com/office/drawing/2014/main" id="{7A8A9991-EF8F-4128-9DB7-A2FA8CF2F6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41E966B6-186E-4D17-B570-969B6951AC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918B08AD-5F3C-4FC5-8998-8524763C750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EDF72260-B0A1-47A1-9459-FDF4600ACA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C6A7FA58-53F7-4C2F-96D5-E97BB3CC679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1B986617-481E-450F-8FAD-CA3086A3E0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4D24CAEB-B2FE-4796-8E6E-DB5148C380F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3D577B03-E6D9-4FFA-A799-E504CBF8D7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</p:grpSp>
          </p:grpSp>
          <p:grpSp>
            <p:nvGrpSpPr>
              <p:cNvPr id="50" name="群組 49">
                <a:extLst>
                  <a:ext uri="{FF2B5EF4-FFF2-40B4-BE49-F238E27FC236}">
                    <a16:creationId xmlns:a16="http://schemas.microsoft.com/office/drawing/2014/main" id="{43509C13-FDEE-45B0-B954-D80D6F38F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群組 55">
                  <a:extLst>
                    <a:ext uri="{FF2B5EF4-FFF2-40B4-BE49-F238E27FC236}">
                      <a16:creationId xmlns:a16="http://schemas.microsoft.com/office/drawing/2014/main" id="{21FF647D-8D8A-43E8-A2E2-46D1117839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直線接點​​(S) 59">
                    <a:extLst>
                      <a:ext uri="{FF2B5EF4-FFF2-40B4-BE49-F238E27FC236}">
                        <a16:creationId xmlns:a16="http://schemas.microsoft.com/office/drawing/2014/main" id="{87B8728B-0A45-4551-99F0-CF33B850DA5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Grp="1" noRot="1" noChangeAspect="1" noMove="1" noResize="1" noEditPoints="1" noAdjustHandles="1" noChangeArrowheads="1" noChangeShapeType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直線接點​​(S) 60">
                    <a:extLst>
                      <a:ext uri="{FF2B5EF4-FFF2-40B4-BE49-F238E27FC236}">
                        <a16:creationId xmlns:a16="http://schemas.microsoft.com/office/drawing/2014/main" id="{CCFAA15D-9EFC-4A70-AC98-CB3EF00C3A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Grp="1" noRot="1" noChangeAspect="1" noMove="1" noResize="1" noEditPoints="1" noAdjustHandles="1" noChangeArrowheads="1" noChangeShapeType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AD80CCBD-3F02-48A0-A24E-5971D22951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AB5B7D34-5A4E-48DE-8893-0F022E4CC9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en-US" dirty="0"/>
                  </a:p>
                </p:txBody>
              </p:sp>
            </p:grpSp>
            <p:grpSp>
              <p:nvGrpSpPr>
                <p:cNvPr id="57" name="群組 56">
                  <a:extLst>
                    <a:ext uri="{FF2B5EF4-FFF2-40B4-BE49-F238E27FC236}">
                      <a16:creationId xmlns:a16="http://schemas.microsoft.com/office/drawing/2014/main" id="{2341ADC6-0CC2-46C0-BA6F-9D9913669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93316DB-546B-41BA-AD1B-94D5C46702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35105C82-44C4-41C2-96AE-ADE6DD1D71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群組 50">
                <a:extLst>
                  <a:ext uri="{FF2B5EF4-FFF2-40B4-BE49-F238E27FC236}">
                    <a16:creationId xmlns:a16="http://schemas.microsoft.com/office/drawing/2014/main" id="{A7A634F2-054C-4614-9ECB-96BE809893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群組 51">
                  <a:extLst>
                    <a:ext uri="{FF2B5EF4-FFF2-40B4-BE49-F238E27FC236}">
                      <a16:creationId xmlns:a16="http://schemas.microsoft.com/office/drawing/2014/main" id="{1764AB7F-1912-4909-A04A-C8D125467E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6B93639B-DE1C-4A46-A4B5-B88FD6FC20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6C5D17F-13E7-4861-A839-3C56ABD56C4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1C343C91-0F9E-4530-939D-2D9F15DF4A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</p:grpSp>
        </p:grp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92109E9F-E572-4202-B7A6-630155DD5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FF54B2-44F5-42F7-8353-111D80A8D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群組 10">
                <a:extLst>
                  <a:ext uri="{FF2B5EF4-FFF2-40B4-BE49-F238E27FC236}">
                    <a16:creationId xmlns:a16="http://schemas.microsoft.com/office/drawing/2014/main" id="{19A2BBF4-4F54-4179-B672-AD4C8D58A3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2F2D95CF-DAE2-4601-B9A6-233F4F2F30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3CD52B72-C30B-4570-A8AB-78CB884F8D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696A9FBF-C89D-4CF9-A1DC-C0275A3B32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C50B0ACE-17B4-4F11-BA43-0159796B83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0346B01-7019-48B2-9BE7-3E90F590FD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5C186E4B-7559-4E95-9BDD-7DA75E0873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4FFE117A-211E-4BD5-AB76-05026DEC6B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5CC0C412-2859-4E97-924F-291318E6AD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AECE441C-0FBF-4F02-9781-35F2487E3C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951A4317-3E34-41B4-BCD9-E6E0627C18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CE2D40E4-274B-4D43-801B-7B3BAF03E4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2D939FC8-6395-4DCB-B28C-2342BFB72F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620FEEF2-AE91-48CA-8FE7-B50F83E1CF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27050D75-D26B-4BD3-A4A5-68DF13E9C1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grpSp>
              <p:nvGrpSpPr>
                <p:cNvPr id="40" name="群組 39">
                  <a:extLst>
                    <a:ext uri="{FF2B5EF4-FFF2-40B4-BE49-F238E27FC236}">
                      <a16:creationId xmlns:a16="http://schemas.microsoft.com/office/drawing/2014/main" id="{37668160-F5BE-4756-B84F-C68992BC7A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E7F90261-4A5A-4C39-B4B3-FEBED04E34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71681E7C-A7E8-4F01-9001-3FD1105E1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01B0597-C838-4481-A49D-E8D85B631C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23C2B0BF-A329-4A97-B3D5-545BC6813E2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DBCCCA80-4FEE-4C79-8AF3-66B97054C84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4B9AD13F-808D-4464-989B-F40B3E77B7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076473B5-E30F-4635-8789-51368A971B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</p:grpSp>
          </p:grpSp>
          <p:grpSp>
            <p:nvGrpSpPr>
              <p:cNvPr id="12" name="群組 11">
                <a:extLst>
                  <a:ext uri="{FF2B5EF4-FFF2-40B4-BE49-F238E27FC236}">
                    <a16:creationId xmlns:a16="http://schemas.microsoft.com/office/drawing/2014/main" id="{EF568995-35CF-4C80-A63C-82B47F1BA1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群組 17">
                  <a:extLst>
                    <a:ext uri="{FF2B5EF4-FFF2-40B4-BE49-F238E27FC236}">
                      <a16:creationId xmlns:a16="http://schemas.microsoft.com/office/drawing/2014/main" id="{99432608-19E2-4A3E-A68B-45C8E5DD47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直線接點​​(S) 21">
                    <a:extLst>
                      <a:ext uri="{FF2B5EF4-FFF2-40B4-BE49-F238E27FC236}">
                        <a16:creationId xmlns:a16="http://schemas.microsoft.com/office/drawing/2014/main" id="{127A2810-84DE-450A-986B-DE8AF8AE6F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Grp="1" noRot="1" noChangeAspect="1" noMove="1" noResize="1" noEditPoints="1" noAdjustHandles="1" noChangeArrowheads="1" noChangeShapeType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直線接點​​(S) 22">
                    <a:extLst>
                      <a:ext uri="{FF2B5EF4-FFF2-40B4-BE49-F238E27FC236}">
                        <a16:creationId xmlns:a16="http://schemas.microsoft.com/office/drawing/2014/main" id="{1A56ED6A-BBD4-4005-A99D-65BCF8047C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Grp="1" noRot="1" noChangeAspect="1" noMove="1" noResize="1" noEditPoints="1" noAdjustHandles="1" noChangeArrowheads="1" noChangeShapeType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CFC0629C-AFCE-4D39-87D5-36EF1FE5CF8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81F3517A-93AD-4DF3-BEC7-E607A73E5E2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en-US" dirty="0"/>
                  </a:p>
                </p:txBody>
              </p:sp>
            </p:grpSp>
            <p:grpSp>
              <p:nvGrpSpPr>
                <p:cNvPr id="19" name="群組 18">
                  <a:extLst>
                    <a:ext uri="{FF2B5EF4-FFF2-40B4-BE49-F238E27FC236}">
                      <a16:creationId xmlns:a16="http://schemas.microsoft.com/office/drawing/2014/main" id="{4CBBC251-E8DD-438C-8733-7D65F461A4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6A94A4D4-EFFA-4AE2-B533-75F01F0F006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F4B0E1D-2F9C-444A-ADBA-BDE9F01D8D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群組 12">
                <a:extLst>
                  <a:ext uri="{FF2B5EF4-FFF2-40B4-BE49-F238E27FC236}">
                    <a16:creationId xmlns:a16="http://schemas.microsoft.com/office/drawing/2014/main" id="{5F5ACA0E-A5DF-4015-8FD4-FA7A53E9D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群組 13">
                  <a:extLst>
                    <a:ext uri="{FF2B5EF4-FFF2-40B4-BE49-F238E27FC236}">
                      <a16:creationId xmlns:a16="http://schemas.microsoft.com/office/drawing/2014/main" id="{5A4DCFFD-FD3C-42EA-862E-5B792D902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089A8F3-7530-4C17-848C-580015C3EDC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61D8EA0C-1521-4C6D-8C09-DD6D8F1F22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517033B6-6B8A-4BD6-9A52-BF9E9EFBD4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</p:grpSp>
        </p:grpSp>
      </p:grpSp>
      <p:cxnSp>
        <p:nvCxnSpPr>
          <p:cNvPr id="173" name="直線接點​​(S) 172">
            <a:extLst>
              <a:ext uri="{FF2B5EF4-FFF2-40B4-BE49-F238E27FC236}">
                <a16:creationId xmlns:a16="http://schemas.microsoft.com/office/drawing/2014/main" id="{88D7A558-4107-4032-8E5F-99B445369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38400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副標題 2">
            <a:extLst>
              <a:ext uri="{FF2B5EF4-FFF2-40B4-BE49-F238E27FC236}">
                <a16:creationId xmlns:a16="http://schemas.microsoft.com/office/drawing/2014/main" id="{6B5BCC80-B184-4F6C-B3E3-CFC7F4C41C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90000" y="4113213"/>
            <a:ext cx="4636800" cy="1655762"/>
          </a:xfrm>
        </p:spPr>
        <p:txBody>
          <a:bodyPr rtlCol="0">
            <a:normAutofit/>
          </a:bodyPr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>
                <a:cs typeface="Calibri"/>
              </a:rPr>
              <a:t>簡報者姓名</a:t>
            </a:r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229122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07" y="536573"/>
            <a:ext cx="3856679" cy="1453003"/>
          </a:xfrm>
        </p:spPr>
        <p:txBody>
          <a:bodyPr rtlCol="0"/>
          <a:lstStyle>
            <a:lvl1pPr algn="ctr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cxnSp>
        <p:nvCxnSpPr>
          <p:cNvPr id="91" name="直線接點​​(S)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79125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內容版面配置區 2">
            <a:extLst>
              <a:ext uri="{FF2B5EF4-FFF2-40B4-BE49-F238E27FC236}">
                <a16:creationId xmlns:a16="http://schemas.microsoft.com/office/drawing/2014/main" id="{E4838519-F7BD-42C9-BDE6-B4D6DF7E117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7606" y="2877018"/>
            <a:ext cx="3060000" cy="2938561"/>
          </a:xfrm>
        </p:spPr>
        <p:txBody>
          <a:bodyPr rtlCol="0">
            <a:normAutofit/>
          </a:bodyPr>
          <a:lstStyle>
            <a:lvl1pPr algn="ctr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marL="0" lvl="0" indent="0" algn="ctr" rtl="0">
              <a:buNone/>
            </a:pPr>
            <a:r>
              <a:rPr lang="zh-TW" altLang="en-US" noProof="0"/>
              <a:t>按一下以編輯母片文字樣式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0000" y="6357168"/>
            <a:ext cx="1480400" cy="46166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96947" y="6357600"/>
            <a:ext cx="6683376" cy="460800"/>
          </a:xfrm>
        </p:spPr>
        <p:txBody>
          <a:bodyPr rtlCol="0"/>
          <a:lstStyle>
            <a:lvl1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9" name="圖片版面配置區 8">
            <a:extLst>
              <a:ext uri="{FF2B5EF4-FFF2-40B4-BE49-F238E27FC236}">
                <a16:creationId xmlns:a16="http://schemas.microsoft.com/office/drawing/2014/main" id="{EF1A84F6-2D30-446A-9D91-44FBCB82567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79987" y="0"/>
            <a:ext cx="7212013" cy="68580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4646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簡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600" y="536573"/>
            <a:ext cx="4078800" cy="1453003"/>
          </a:xfrm>
        </p:spPr>
        <p:txBody>
          <a:bodyPr rtlCol="0"/>
          <a:lstStyle>
            <a:lvl1pPr algn="ctr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95" name="文字版面配置區 94">
            <a:extLst>
              <a:ext uri="{FF2B5EF4-FFF2-40B4-BE49-F238E27FC236}">
                <a16:creationId xmlns:a16="http://schemas.microsoft.com/office/drawing/2014/main" id="{376C93AE-577A-4E39-B37B-F54DD619E8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175" y="2876550"/>
            <a:ext cx="4819650" cy="2875321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60000" indent="0" algn="ctr">
              <a:buFont typeface="Arial" panose="020B0604020202020204" pitchFamily="34" charset="0"/>
              <a:buNone/>
              <a:defRPr/>
            </a:lvl2pPr>
            <a:lvl3pPr marL="720000" indent="0" algn="ctr">
              <a:buNone/>
              <a:defRPr/>
            </a:lvl3pPr>
            <a:lvl4pPr marL="1080000" indent="0" algn="ctr">
              <a:buFont typeface="Arial" panose="020B0604020202020204" pitchFamily="34" charset="0"/>
              <a:buNone/>
              <a:defRPr/>
            </a:lvl4pPr>
            <a:lvl5pPr marL="1440000" indent="0" algn="ctr">
              <a:buNone/>
              <a:defRPr/>
            </a:lvl5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/>
              <a:t>20XX </a:t>
            </a:r>
            <a:r>
              <a:rPr lang="zh-TW" altLang="en-US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smtClean="0"/>
              <a:pPr/>
              <a:t>‹#›</a:t>
            </a:fld>
            <a:endParaRPr lang="zh-TW" altLang="en-US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4DF41F26-BFC3-471C-AEBF-8D613043F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9766" y="716800"/>
            <a:ext cx="3838575" cy="5583025"/>
            <a:chOff x="199766" y="716800"/>
            <a:chExt cx="3838575" cy="5583025"/>
          </a:xfrm>
        </p:grpSpPr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CD3F709F-F0BC-4149-B83C-D6E0B13F9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26" name="Freeform 64">
                <a:extLst>
                  <a:ext uri="{FF2B5EF4-FFF2-40B4-BE49-F238E27FC236}">
                    <a16:creationId xmlns:a16="http://schemas.microsoft.com/office/drawing/2014/main" id="{5C5EF830-776D-4D9D-B2AD-E2EF27FE2B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7" name="Freeform 81">
                <a:extLst>
                  <a:ext uri="{FF2B5EF4-FFF2-40B4-BE49-F238E27FC236}">
                    <a16:creationId xmlns:a16="http://schemas.microsoft.com/office/drawing/2014/main" id="{24555386-DD07-47B5-8731-6188F04409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8" name="Freeform 61">
                <a:extLst>
                  <a:ext uri="{FF2B5EF4-FFF2-40B4-BE49-F238E27FC236}">
                    <a16:creationId xmlns:a16="http://schemas.microsoft.com/office/drawing/2014/main" id="{98AACD5A-587D-4523-8687-E39554A9EE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9" name="Freeform 78">
                <a:extLst>
                  <a:ext uri="{FF2B5EF4-FFF2-40B4-BE49-F238E27FC236}">
                    <a16:creationId xmlns:a16="http://schemas.microsoft.com/office/drawing/2014/main" id="{056E6FE3-AE0B-4665-BDC4-C43B088EA3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0" name="Freeform 84">
                <a:extLst>
                  <a:ext uri="{FF2B5EF4-FFF2-40B4-BE49-F238E27FC236}">
                    <a16:creationId xmlns:a16="http://schemas.microsoft.com/office/drawing/2014/main" id="{3341E111-158B-46EB-85CF-76ACE2E63E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1" name="Freeform 87">
                <a:extLst>
                  <a:ext uri="{FF2B5EF4-FFF2-40B4-BE49-F238E27FC236}">
                    <a16:creationId xmlns:a16="http://schemas.microsoft.com/office/drawing/2014/main" id="{B6BAC346-F465-42C1-B326-511CDAAFCD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2" name="Freeform 60">
                <a:extLst>
                  <a:ext uri="{FF2B5EF4-FFF2-40B4-BE49-F238E27FC236}">
                    <a16:creationId xmlns:a16="http://schemas.microsoft.com/office/drawing/2014/main" id="{41EFAE7C-FB00-406B-B543-258ECBA85C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3" name="Freeform 59">
                <a:extLst>
                  <a:ext uri="{FF2B5EF4-FFF2-40B4-BE49-F238E27FC236}">
                    <a16:creationId xmlns:a16="http://schemas.microsoft.com/office/drawing/2014/main" id="{7B8E44F7-B4B5-407F-8CBF-2EF396585A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4" name="Freeform 62">
                <a:extLst>
                  <a:ext uri="{FF2B5EF4-FFF2-40B4-BE49-F238E27FC236}">
                    <a16:creationId xmlns:a16="http://schemas.microsoft.com/office/drawing/2014/main" id="{E5CB4BB7-46DD-4D14-AF85-0E13EFBA67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5" name="Freeform 65">
                <a:extLst>
                  <a:ext uri="{FF2B5EF4-FFF2-40B4-BE49-F238E27FC236}">
                    <a16:creationId xmlns:a16="http://schemas.microsoft.com/office/drawing/2014/main" id="{F7F8EDDC-B124-4CF0-9C0B-036D7E9203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6" name="Freeform 79">
                <a:extLst>
                  <a:ext uri="{FF2B5EF4-FFF2-40B4-BE49-F238E27FC236}">
                    <a16:creationId xmlns:a16="http://schemas.microsoft.com/office/drawing/2014/main" id="{F9979D20-23CA-44BF-94E4-277FAA877C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7" name="Freeform 82">
                <a:extLst>
                  <a:ext uri="{FF2B5EF4-FFF2-40B4-BE49-F238E27FC236}">
                    <a16:creationId xmlns:a16="http://schemas.microsoft.com/office/drawing/2014/main" id="{64DA53E4-1E27-44B2-9EA5-375E3D20A7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8" name="Freeform 85">
                <a:extLst>
                  <a:ext uri="{FF2B5EF4-FFF2-40B4-BE49-F238E27FC236}">
                    <a16:creationId xmlns:a16="http://schemas.microsoft.com/office/drawing/2014/main" id="{AF41DBD5-F7CA-43C7-B477-6E93D8DC06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9" name="Freeform 88">
                <a:extLst>
                  <a:ext uri="{FF2B5EF4-FFF2-40B4-BE49-F238E27FC236}">
                    <a16:creationId xmlns:a16="http://schemas.microsoft.com/office/drawing/2014/main" id="{8DE355CC-A733-4109-AC9E-4E5E96E355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grpSp>
            <p:nvGrpSpPr>
              <p:cNvPr id="40" name="群組 39">
                <a:extLst>
                  <a:ext uri="{FF2B5EF4-FFF2-40B4-BE49-F238E27FC236}">
                    <a16:creationId xmlns:a16="http://schemas.microsoft.com/office/drawing/2014/main" id="{C60E99C1-AC1B-4267-A404-07CA28EA1A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41" name="Line 63">
                  <a:extLst>
                    <a:ext uri="{FF2B5EF4-FFF2-40B4-BE49-F238E27FC236}">
                      <a16:creationId xmlns:a16="http://schemas.microsoft.com/office/drawing/2014/main" id="{46BA754B-AF8C-4E32-B5D4-BD2CA1341E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42" name="Line 66">
                  <a:extLst>
                    <a:ext uri="{FF2B5EF4-FFF2-40B4-BE49-F238E27FC236}">
                      <a16:creationId xmlns:a16="http://schemas.microsoft.com/office/drawing/2014/main" id="{AA7154F4-DAA9-42B8-9C79-E7D89EB926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43" name="Line 67">
                  <a:extLst>
                    <a:ext uri="{FF2B5EF4-FFF2-40B4-BE49-F238E27FC236}">
                      <a16:creationId xmlns:a16="http://schemas.microsoft.com/office/drawing/2014/main" id="{CFCCE002-4181-4663-B8B4-5B5CC711B8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44" name="Line 80">
                  <a:extLst>
                    <a:ext uri="{FF2B5EF4-FFF2-40B4-BE49-F238E27FC236}">
                      <a16:creationId xmlns:a16="http://schemas.microsoft.com/office/drawing/2014/main" id="{B3C1286A-A92F-45A8-A144-C4EBF3B8BC1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45" name="Line 83">
                  <a:extLst>
                    <a:ext uri="{FF2B5EF4-FFF2-40B4-BE49-F238E27FC236}">
                      <a16:creationId xmlns:a16="http://schemas.microsoft.com/office/drawing/2014/main" id="{31993490-8FCD-4048-A2E8-0A217FF6561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46" name="Line 86">
                  <a:extLst>
                    <a:ext uri="{FF2B5EF4-FFF2-40B4-BE49-F238E27FC236}">
                      <a16:creationId xmlns:a16="http://schemas.microsoft.com/office/drawing/2014/main" id="{33AF3440-700A-44B0-A0D1-1E6301F187D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47" name="Line 89">
                  <a:extLst>
                    <a:ext uri="{FF2B5EF4-FFF2-40B4-BE49-F238E27FC236}">
                      <a16:creationId xmlns:a16="http://schemas.microsoft.com/office/drawing/2014/main" id="{F17E7CAB-5E29-47AC-91E8-B488D357FBD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</p:grpSp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D713AE0B-3A03-4CCB-B15E-CAF75D855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18" name="群組 17">
                <a:extLst>
                  <a:ext uri="{FF2B5EF4-FFF2-40B4-BE49-F238E27FC236}">
                    <a16:creationId xmlns:a16="http://schemas.microsoft.com/office/drawing/2014/main" id="{94CC0330-760F-4B4E-BE37-D345B5B2E8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22" name="直線接點​​(S) 21">
                  <a:extLst>
                    <a:ext uri="{FF2B5EF4-FFF2-40B4-BE49-F238E27FC236}">
                      <a16:creationId xmlns:a16="http://schemas.microsoft.com/office/drawing/2014/main" id="{8B6C8306-3715-4107-BA99-68EB308CA19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Grp="1" noRot="1" noChangeAspect="1" noMove="1" noResize="1" noEditPoints="1" noAdjustHandles="1" noChangeArrowheads="1" noChangeShapeType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接點​​(S) 22">
                  <a:extLst>
                    <a:ext uri="{FF2B5EF4-FFF2-40B4-BE49-F238E27FC236}">
                      <a16:creationId xmlns:a16="http://schemas.microsoft.com/office/drawing/2014/main" id="{5A4B3797-F2A4-43E3-B8F8-8BC4B0FBDE9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Grp="1" noRot="1" noChangeAspect="1" noMove="1" noResize="1" noEditPoints="1" noAdjustHandles="1" noChangeArrowheads="1" noChangeShapeType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Rectangle 30">
                  <a:extLst>
                    <a:ext uri="{FF2B5EF4-FFF2-40B4-BE49-F238E27FC236}">
                      <a16:creationId xmlns:a16="http://schemas.microsoft.com/office/drawing/2014/main" id="{BB27766D-84D5-4D02-AE36-3149427B229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25" name="Rectangle 30">
                  <a:extLst>
                    <a:ext uri="{FF2B5EF4-FFF2-40B4-BE49-F238E27FC236}">
                      <a16:creationId xmlns:a16="http://schemas.microsoft.com/office/drawing/2014/main" id="{8F1C8A62-8495-422A-9A73-9C59C603F62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  <p:grpSp>
            <p:nvGrpSpPr>
              <p:cNvPr id="19" name="群組 18">
                <a:extLst>
                  <a:ext uri="{FF2B5EF4-FFF2-40B4-BE49-F238E27FC236}">
                    <a16:creationId xmlns:a16="http://schemas.microsoft.com/office/drawing/2014/main" id="{B1CEBFBC-BC6E-4C5F-BEC4-DD2079D8E2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69A298F-AA6C-4139-992B-E27C0854615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972AA363-33A2-4979-9DE5-9FA8ACADE0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</p:grp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A3822750-6B8C-4F83-9CAD-F924EF4937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58523E1A-71CD-4B09-A4F4-07F86003B4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15" name="Freeform 68">
                  <a:extLst>
                    <a:ext uri="{FF2B5EF4-FFF2-40B4-BE49-F238E27FC236}">
                      <a16:creationId xmlns:a16="http://schemas.microsoft.com/office/drawing/2014/main" id="{169972B1-6443-4F74-80F9-BB4943CD302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6" name="Freeform 69">
                  <a:extLst>
                    <a:ext uri="{FF2B5EF4-FFF2-40B4-BE49-F238E27FC236}">
                      <a16:creationId xmlns:a16="http://schemas.microsoft.com/office/drawing/2014/main" id="{EB69F32F-40CA-458E-B833-E909ADFDD93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7" name="Line 70">
                  <a:extLst>
                    <a:ext uri="{FF2B5EF4-FFF2-40B4-BE49-F238E27FC236}">
                      <a16:creationId xmlns:a16="http://schemas.microsoft.com/office/drawing/2014/main" id="{5B2FEC36-803B-49C9-8313-D558457B25A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  <p:grpSp>
            <p:nvGrpSpPr>
              <p:cNvPr id="11" name="群組 10">
                <a:extLst>
                  <a:ext uri="{FF2B5EF4-FFF2-40B4-BE49-F238E27FC236}">
                    <a16:creationId xmlns:a16="http://schemas.microsoft.com/office/drawing/2014/main" id="{5178F1E3-F49B-4E7A-BA5C-B2BFD9A636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12" name="Freeform 68">
                  <a:extLst>
                    <a:ext uri="{FF2B5EF4-FFF2-40B4-BE49-F238E27FC236}">
                      <a16:creationId xmlns:a16="http://schemas.microsoft.com/office/drawing/2014/main" id="{9F18055A-6D8B-4373-A010-59AE8C81384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3" name="Freeform 69">
                  <a:extLst>
                    <a:ext uri="{FF2B5EF4-FFF2-40B4-BE49-F238E27FC236}">
                      <a16:creationId xmlns:a16="http://schemas.microsoft.com/office/drawing/2014/main" id="{2612E838-0F14-4DE7-AD23-6A83078511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4" name="Line 70">
                  <a:extLst>
                    <a:ext uri="{FF2B5EF4-FFF2-40B4-BE49-F238E27FC236}">
                      <a16:creationId xmlns:a16="http://schemas.microsoft.com/office/drawing/2014/main" id="{AF3F8EED-B567-43E0-8B31-5A5E7AFB2DA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</p:grpSp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952B8C31-9649-4E69-B31C-D77394EE2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269D1249-EDCC-41AC-BA08-E670FB4E3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68" name="Freeform 64">
                <a:extLst>
                  <a:ext uri="{FF2B5EF4-FFF2-40B4-BE49-F238E27FC236}">
                    <a16:creationId xmlns:a16="http://schemas.microsoft.com/office/drawing/2014/main" id="{EA5EA6EB-846A-4897-AE83-5BDD96A4F2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69" name="Freeform 81">
                <a:extLst>
                  <a:ext uri="{FF2B5EF4-FFF2-40B4-BE49-F238E27FC236}">
                    <a16:creationId xmlns:a16="http://schemas.microsoft.com/office/drawing/2014/main" id="{185EF0DB-BE87-4CDD-823B-E665113797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0" name="Freeform 61">
                <a:extLst>
                  <a:ext uri="{FF2B5EF4-FFF2-40B4-BE49-F238E27FC236}">
                    <a16:creationId xmlns:a16="http://schemas.microsoft.com/office/drawing/2014/main" id="{9AC9E234-4400-46EB-92D7-9B53A68B91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1" name="Freeform 78">
                <a:extLst>
                  <a:ext uri="{FF2B5EF4-FFF2-40B4-BE49-F238E27FC236}">
                    <a16:creationId xmlns:a16="http://schemas.microsoft.com/office/drawing/2014/main" id="{A0C06F74-3085-4BB3-9758-D974159759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2" name="Freeform 84">
                <a:extLst>
                  <a:ext uri="{FF2B5EF4-FFF2-40B4-BE49-F238E27FC236}">
                    <a16:creationId xmlns:a16="http://schemas.microsoft.com/office/drawing/2014/main" id="{9EA54D9F-32B0-4B48-B93A-B5A9E3DC6B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3" name="Freeform 87">
                <a:extLst>
                  <a:ext uri="{FF2B5EF4-FFF2-40B4-BE49-F238E27FC236}">
                    <a16:creationId xmlns:a16="http://schemas.microsoft.com/office/drawing/2014/main" id="{3858A715-B583-4779-A1D2-86822F2CB8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4" name="Freeform 60">
                <a:extLst>
                  <a:ext uri="{FF2B5EF4-FFF2-40B4-BE49-F238E27FC236}">
                    <a16:creationId xmlns:a16="http://schemas.microsoft.com/office/drawing/2014/main" id="{ECAE61B9-0396-4F89-85E9-EB174D639A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5" name="Freeform 59">
                <a:extLst>
                  <a:ext uri="{FF2B5EF4-FFF2-40B4-BE49-F238E27FC236}">
                    <a16:creationId xmlns:a16="http://schemas.microsoft.com/office/drawing/2014/main" id="{46E4F030-726A-40ED-810F-C9F2379183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6" name="Freeform 62">
                <a:extLst>
                  <a:ext uri="{FF2B5EF4-FFF2-40B4-BE49-F238E27FC236}">
                    <a16:creationId xmlns:a16="http://schemas.microsoft.com/office/drawing/2014/main" id="{B3148C64-AE70-4F9D-B6CE-5C92B9922B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7" name="Freeform 65">
                <a:extLst>
                  <a:ext uri="{FF2B5EF4-FFF2-40B4-BE49-F238E27FC236}">
                    <a16:creationId xmlns:a16="http://schemas.microsoft.com/office/drawing/2014/main" id="{78C97992-BC56-40D7-A639-3D314871C8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8" name="Freeform 79">
                <a:extLst>
                  <a:ext uri="{FF2B5EF4-FFF2-40B4-BE49-F238E27FC236}">
                    <a16:creationId xmlns:a16="http://schemas.microsoft.com/office/drawing/2014/main" id="{469CAD99-0EFE-4B8E-922B-0C2BCFFD5D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9" name="Freeform 82">
                <a:extLst>
                  <a:ext uri="{FF2B5EF4-FFF2-40B4-BE49-F238E27FC236}">
                    <a16:creationId xmlns:a16="http://schemas.microsoft.com/office/drawing/2014/main" id="{1D00B441-E5A3-4411-9B05-8E09BFF62D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80" name="Freeform 85">
                <a:extLst>
                  <a:ext uri="{FF2B5EF4-FFF2-40B4-BE49-F238E27FC236}">
                    <a16:creationId xmlns:a16="http://schemas.microsoft.com/office/drawing/2014/main" id="{3FFE4E0B-A703-4655-B55F-44B3A3902F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81" name="Freeform 88">
                <a:extLst>
                  <a:ext uri="{FF2B5EF4-FFF2-40B4-BE49-F238E27FC236}">
                    <a16:creationId xmlns:a16="http://schemas.microsoft.com/office/drawing/2014/main" id="{F19632C2-B953-4CD1-9EAA-5C1FEA3EFD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grpSp>
            <p:nvGrpSpPr>
              <p:cNvPr id="82" name="群組 81">
                <a:extLst>
                  <a:ext uri="{FF2B5EF4-FFF2-40B4-BE49-F238E27FC236}">
                    <a16:creationId xmlns:a16="http://schemas.microsoft.com/office/drawing/2014/main" id="{DBDC3951-9E4C-4062-9B43-3038D9058A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83" name="Line 63">
                  <a:extLst>
                    <a:ext uri="{FF2B5EF4-FFF2-40B4-BE49-F238E27FC236}">
                      <a16:creationId xmlns:a16="http://schemas.microsoft.com/office/drawing/2014/main" id="{2764EF0E-A104-46C9-B242-778009E49E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84" name="Line 66">
                  <a:extLst>
                    <a:ext uri="{FF2B5EF4-FFF2-40B4-BE49-F238E27FC236}">
                      <a16:creationId xmlns:a16="http://schemas.microsoft.com/office/drawing/2014/main" id="{D0A8B652-41E0-456C-9C9F-1F0EC00891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85" name="Line 67">
                  <a:extLst>
                    <a:ext uri="{FF2B5EF4-FFF2-40B4-BE49-F238E27FC236}">
                      <a16:creationId xmlns:a16="http://schemas.microsoft.com/office/drawing/2014/main" id="{802E547A-C876-460C-B6A4-BCE8D39DA0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86" name="Line 80">
                  <a:extLst>
                    <a:ext uri="{FF2B5EF4-FFF2-40B4-BE49-F238E27FC236}">
                      <a16:creationId xmlns:a16="http://schemas.microsoft.com/office/drawing/2014/main" id="{00363E6C-7B8D-4E1D-A93E-E73306E130D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87" name="Line 83">
                  <a:extLst>
                    <a:ext uri="{FF2B5EF4-FFF2-40B4-BE49-F238E27FC236}">
                      <a16:creationId xmlns:a16="http://schemas.microsoft.com/office/drawing/2014/main" id="{206E174F-B8D0-4FFD-A1B5-56BFC5CCE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88" name="Line 86">
                  <a:extLst>
                    <a:ext uri="{FF2B5EF4-FFF2-40B4-BE49-F238E27FC236}">
                      <a16:creationId xmlns:a16="http://schemas.microsoft.com/office/drawing/2014/main" id="{3A10191E-76B5-4841-B32D-0DF6EAB639B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89" name="Line 89">
                  <a:extLst>
                    <a:ext uri="{FF2B5EF4-FFF2-40B4-BE49-F238E27FC236}">
                      <a16:creationId xmlns:a16="http://schemas.microsoft.com/office/drawing/2014/main" id="{CF67EF0B-5FE7-4D99-8B38-95B1706F07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</p:grpSp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0B39CF0F-2997-4D96-8F17-211C97D87D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60" name="群組 59">
                <a:extLst>
                  <a:ext uri="{FF2B5EF4-FFF2-40B4-BE49-F238E27FC236}">
                    <a16:creationId xmlns:a16="http://schemas.microsoft.com/office/drawing/2014/main" id="{6408937D-7FFE-4D6C-AF79-1F60035CC7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64" name="直線接點​​(S) 63">
                  <a:extLst>
                    <a:ext uri="{FF2B5EF4-FFF2-40B4-BE49-F238E27FC236}">
                      <a16:creationId xmlns:a16="http://schemas.microsoft.com/office/drawing/2014/main" id="{749AA60A-BD5D-4647-AE8A-DF411C654B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Grp="1" noRot="1" noChangeAspect="1" noMove="1" noResize="1" noEditPoints="1" noAdjustHandles="1" noChangeArrowheads="1" noChangeShapeType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線接點​​(S) 64">
                  <a:extLst>
                    <a:ext uri="{FF2B5EF4-FFF2-40B4-BE49-F238E27FC236}">
                      <a16:creationId xmlns:a16="http://schemas.microsoft.com/office/drawing/2014/main" id="{3F335D2B-768D-4700-A35C-F54A7BD3525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Grp="1" noRot="1" noChangeAspect="1" noMove="1" noResize="1" noEditPoints="1" noAdjustHandles="1" noChangeArrowheads="1" noChangeShapeType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Rectangle 30">
                  <a:extLst>
                    <a:ext uri="{FF2B5EF4-FFF2-40B4-BE49-F238E27FC236}">
                      <a16:creationId xmlns:a16="http://schemas.microsoft.com/office/drawing/2014/main" id="{B6F1EDEE-EDB1-4759-9339-8F60B631A31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67" name="Rectangle 30">
                  <a:extLst>
                    <a:ext uri="{FF2B5EF4-FFF2-40B4-BE49-F238E27FC236}">
                      <a16:creationId xmlns:a16="http://schemas.microsoft.com/office/drawing/2014/main" id="{305D4D3B-BD5E-44BE-BE6A-4C91845930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  <p:grpSp>
            <p:nvGrpSpPr>
              <p:cNvPr id="61" name="群組 60">
                <a:extLst>
                  <a:ext uri="{FF2B5EF4-FFF2-40B4-BE49-F238E27FC236}">
                    <a16:creationId xmlns:a16="http://schemas.microsoft.com/office/drawing/2014/main" id="{30748E9E-1F8D-4FB9-89D6-F5B35B5049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B56CFFBA-D942-451F-B4E0-133DEA264B0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1B25F38B-03B2-435D-82ED-142D2AB4D19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</p:grpSp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E1A0A593-F414-4B02-A355-AC7A50A7E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52" name="群組 51">
                <a:extLst>
                  <a:ext uri="{FF2B5EF4-FFF2-40B4-BE49-F238E27FC236}">
                    <a16:creationId xmlns:a16="http://schemas.microsoft.com/office/drawing/2014/main" id="{1BA06E81-194E-43F2-B418-BF8101EAAE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57" name="Freeform 68">
                  <a:extLst>
                    <a:ext uri="{FF2B5EF4-FFF2-40B4-BE49-F238E27FC236}">
                      <a16:creationId xmlns:a16="http://schemas.microsoft.com/office/drawing/2014/main" id="{ABE6BF78-8FF2-4595-9072-48ACEBE207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58" name="Freeform 69">
                  <a:extLst>
                    <a:ext uri="{FF2B5EF4-FFF2-40B4-BE49-F238E27FC236}">
                      <a16:creationId xmlns:a16="http://schemas.microsoft.com/office/drawing/2014/main" id="{E182745B-1C12-49AC-97AD-501D806E9F6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59" name="Line 70">
                  <a:extLst>
                    <a:ext uri="{FF2B5EF4-FFF2-40B4-BE49-F238E27FC236}">
                      <a16:creationId xmlns:a16="http://schemas.microsoft.com/office/drawing/2014/main" id="{56B38515-A1C4-46D9-AEC6-E55E1CB7330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  <p:grpSp>
            <p:nvGrpSpPr>
              <p:cNvPr id="53" name="群組 52">
                <a:extLst>
                  <a:ext uri="{FF2B5EF4-FFF2-40B4-BE49-F238E27FC236}">
                    <a16:creationId xmlns:a16="http://schemas.microsoft.com/office/drawing/2014/main" id="{C9A4424F-2DA0-4E5A-9291-0A5FCE5575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54" name="Freeform 68">
                  <a:extLst>
                    <a:ext uri="{FF2B5EF4-FFF2-40B4-BE49-F238E27FC236}">
                      <a16:creationId xmlns:a16="http://schemas.microsoft.com/office/drawing/2014/main" id="{8609BA22-8E70-41AA-BACA-C9F8A789B2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55" name="Freeform 69">
                  <a:extLst>
                    <a:ext uri="{FF2B5EF4-FFF2-40B4-BE49-F238E27FC236}">
                      <a16:creationId xmlns:a16="http://schemas.microsoft.com/office/drawing/2014/main" id="{C2F49FC5-EFC3-4A02-9782-EC06564A94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56" name="Line 70">
                  <a:extLst>
                    <a:ext uri="{FF2B5EF4-FFF2-40B4-BE49-F238E27FC236}">
                      <a16:creationId xmlns:a16="http://schemas.microsoft.com/office/drawing/2014/main" id="{782187F0-090B-4C65-B604-5DD33B4FF2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</p:grpSp>
      </p:grpSp>
      <p:cxnSp>
        <p:nvCxnSpPr>
          <p:cNvPr id="91" name="直線接點​​(S)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438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節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solidFill>
                <a:schemeClr val="bg1">
                  <a:alpha val="20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563402"/>
            <a:ext cx="4075200" cy="2058573"/>
          </a:xfrm>
        </p:spPr>
        <p:txBody>
          <a:bodyPr rtlCol="0">
            <a:noAutofit/>
          </a:bodyPr>
          <a:lstStyle>
            <a:lvl1pPr algn="ctr">
              <a:defRPr sz="3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20" name="副標題 7">
            <a:extLst>
              <a:ext uri="{FF2B5EF4-FFF2-40B4-BE49-F238E27FC236}">
                <a16:creationId xmlns:a16="http://schemas.microsoft.com/office/drawing/2014/main" id="{C2777538-58E6-494C-A27B-B70346B0F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90000" y="4248000"/>
            <a:ext cx="4075200" cy="1520975"/>
          </a:xfrm>
        </p:spPr>
        <p:txBody>
          <a:bodyPr rtlCol="0">
            <a:normAutofit/>
          </a:bodyPr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副標題</a:t>
            </a:r>
          </a:p>
        </p:txBody>
      </p:sp>
      <p:sp>
        <p:nvSpPr>
          <p:cNvPr id="24" name="圖片版面配置區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4800" y="563563"/>
            <a:ext cx="4995863" cy="2706687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6" name="圖片版面配置區 25">
            <a:extLst>
              <a:ext uri="{FF2B5EF4-FFF2-40B4-BE49-F238E27FC236}">
                <a16:creationId xmlns:a16="http://schemas.microsoft.com/office/drawing/2014/main" id="{92FA415D-7F98-4C81-A18F-A114BF021C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54800" y="3587750"/>
            <a:ext cx="4995863" cy="269875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36D3DA45-FD99-405B-8BF9-260DD97C0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19525" y="2840038"/>
            <a:ext cx="2216150" cy="1177924"/>
            <a:chOff x="4987925" y="2840038"/>
            <a:chExt cx="2216150" cy="11779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5C2A03C-F372-4C6D-929D-FD97AD439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E8FEDBB3-0BD6-41BC-BB57-9FEC2E96C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9" name="群組 8">
                <a:extLst>
                  <a:ext uri="{FF2B5EF4-FFF2-40B4-BE49-F238E27FC236}">
                    <a16:creationId xmlns:a16="http://schemas.microsoft.com/office/drawing/2014/main" id="{7D12B81D-3F14-4DA1-BECA-669824832A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4" name="Freeform 68">
                  <a:extLst>
                    <a:ext uri="{FF2B5EF4-FFF2-40B4-BE49-F238E27FC236}">
                      <a16:creationId xmlns:a16="http://schemas.microsoft.com/office/drawing/2014/main" id="{EA11E57D-88DD-4899-907A-2A5772002F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5" name="Freeform 69">
                  <a:extLst>
                    <a:ext uri="{FF2B5EF4-FFF2-40B4-BE49-F238E27FC236}">
                      <a16:creationId xmlns:a16="http://schemas.microsoft.com/office/drawing/2014/main" id="{7A5AEE18-30A4-4777-975F-02D107A171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6" name="Line 70">
                  <a:extLst>
                    <a:ext uri="{FF2B5EF4-FFF2-40B4-BE49-F238E27FC236}">
                      <a16:creationId xmlns:a16="http://schemas.microsoft.com/office/drawing/2014/main" id="{39EA21FB-AE36-478E-9770-CB842814390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BC45D5C4-2D3A-4F84-BED1-D9B75234B0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1" name="Freeform 68">
                  <a:extLst>
                    <a:ext uri="{FF2B5EF4-FFF2-40B4-BE49-F238E27FC236}">
                      <a16:creationId xmlns:a16="http://schemas.microsoft.com/office/drawing/2014/main" id="{259762E8-7432-4501-9FE5-92B04D37C7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2" name="Freeform 69">
                  <a:extLst>
                    <a:ext uri="{FF2B5EF4-FFF2-40B4-BE49-F238E27FC236}">
                      <a16:creationId xmlns:a16="http://schemas.microsoft.com/office/drawing/2014/main" id="{FF91FD3E-0148-4B50-8906-7D9CD382A3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3" name="Line 70">
                  <a:extLst>
                    <a:ext uri="{FF2B5EF4-FFF2-40B4-BE49-F238E27FC236}">
                      <a16:creationId xmlns:a16="http://schemas.microsoft.com/office/drawing/2014/main" id="{506FA1AD-488A-4FD4-A79F-4343698EA73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38724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F2BD96E-3838-45D2-9031-D3AF67C920A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372053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時間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9595"/>
            <a:ext cx="10515600" cy="4154488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F2BD96E-3838-45D2-9031-D3AF67C920A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637256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4726" y="4217899"/>
            <a:ext cx="4079874" cy="1132373"/>
          </a:xfrm>
        </p:spPr>
        <p:txBody>
          <a:bodyPr rtlCol="0" anchor="t">
            <a:noAutofit/>
          </a:bodyPr>
          <a:lstStyle>
            <a:lvl1pPr algn="ctr">
              <a:defRPr sz="3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24726" y="1541995"/>
            <a:ext cx="4079874" cy="2457819"/>
          </a:xfrm>
        </p:spPr>
        <p:txBody>
          <a:bodyPr rtlCol="0" anchor="b">
            <a:normAutofit/>
          </a:bodyPr>
          <a:lstStyle>
            <a:lvl1pPr marL="0" indent="0" algn="ctr">
              <a:lnSpc>
                <a:spcPct val="125000"/>
              </a:lnSpc>
              <a:buNone/>
              <a:defRPr sz="3200" i="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43" name="圖片版面配置區 42">
            <a:extLst>
              <a:ext uri="{FF2B5EF4-FFF2-40B4-BE49-F238E27FC236}">
                <a16:creationId xmlns:a16="http://schemas.microsoft.com/office/drawing/2014/main" id="{E0B6C055-B48A-412B-88B0-737289AC0B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9750" y="536575"/>
            <a:ext cx="2366963" cy="276066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4" name="圖片版面配置區 42">
            <a:extLst>
              <a:ext uri="{FF2B5EF4-FFF2-40B4-BE49-F238E27FC236}">
                <a16:creationId xmlns:a16="http://schemas.microsoft.com/office/drawing/2014/main" id="{AE13F241-D0A7-491D-81D3-CB645029149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4887" y="543842"/>
            <a:ext cx="2366963" cy="276066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6" name="圖片版面配置區 42">
            <a:extLst>
              <a:ext uri="{FF2B5EF4-FFF2-40B4-BE49-F238E27FC236}">
                <a16:creationId xmlns:a16="http://schemas.microsoft.com/office/drawing/2014/main" id="{DC189B8E-5A5B-400F-8F5F-63F61759E08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9642" y="3563566"/>
            <a:ext cx="2366963" cy="276066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7" name="圖片版面配置區 42">
            <a:extLst>
              <a:ext uri="{FF2B5EF4-FFF2-40B4-BE49-F238E27FC236}">
                <a16:creationId xmlns:a16="http://schemas.microsoft.com/office/drawing/2014/main" id="{07055732-D9B3-42AF-9ADA-0D1F8DC2D5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74779" y="3570833"/>
            <a:ext cx="2366963" cy="276066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8" name="日期版面配置區 47">
            <a:extLst>
              <a:ext uri="{FF2B5EF4-FFF2-40B4-BE49-F238E27FC236}">
                <a16:creationId xmlns:a16="http://schemas.microsoft.com/office/drawing/2014/main" id="{5B51C357-082C-45A5-80C8-69FD4B94D329}"/>
              </a:ext>
            </a:extLst>
          </p:cNvPr>
          <p:cNvSpPr txBox="1">
            <a:spLocks/>
          </p:cNvSpPr>
          <p:nvPr userDrawn="1"/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 cap="all" spc="200" baseline="0">
                <a:solidFill>
                  <a:schemeClr val="tx1">
                    <a:alpha val="6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n-US" altLang="zh-TW" noProof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20XX </a:t>
            </a:r>
            <a:r>
              <a: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年</a:t>
            </a:r>
          </a:p>
        </p:txBody>
      </p:sp>
      <p:cxnSp>
        <p:nvCxnSpPr>
          <p:cNvPr id="18" name="直線接點​​(S) 17">
            <a:extLst>
              <a:ext uri="{FF2B5EF4-FFF2-40B4-BE49-F238E27FC236}">
                <a16:creationId xmlns:a16="http://schemas.microsoft.com/office/drawing/2014/main" id="{D7ED9792-4CB9-419E-9961-050A9E00E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540000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E1EC9E08-1228-4409-88CC-9D1927E8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8100000" flipH="1">
            <a:off x="6674373" y="402322"/>
            <a:ext cx="641184" cy="1069728"/>
            <a:chOff x="6484111" y="2967038"/>
            <a:chExt cx="641184" cy="1069728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0A892AB7-AE89-4F73-AE0D-3503473E251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25" name="Freeform 68">
                <a:extLst>
                  <a:ext uri="{FF2B5EF4-FFF2-40B4-BE49-F238E27FC236}">
                    <a16:creationId xmlns:a16="http://schemas.microsoft.com/office/drawing/2014/main" id="{734AFAA3-AA68-425A-834B-00F9D3690B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6" name="Freeform 69">
                <a:extLst>
                  <a:ext uri="{FF2B5EF4-FFF2-40B4-BE49-F238E27FC236}">
                    <a16:creationId xmlns:a16="http://schemas.microsoft.com/office/drawing/2014/main" id="{36ED0F24-8619-4AED-A07A-D075DF2AF2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7" name="Line 70">
                <a:extLst>
                  <a:ext uri="{FF2B5EF4-FFF2-40B4-BE49-F238E27FC236}">
                    <a16:creationId xmlns:a16="http://schemas.microsoft.com/office/drawing/2014/main" id="{21E04150-0D06-4DFB-A73B-66DED0A5CF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</p:grp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EA3C053E-6843-4D44-A64D-A37FD38410B0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22" name="Freeform 68">
                <a:extLst>
                  <a:ext uri="{FF2B5EF4-FFF2-40B4-BE49-F238E27FC236}">
                    <a16:creationId xmlns:a16="http://schemas.microsoft.com/office/drawing/2014/main" id="{A84DD506-3B91-4CE4-AE62-8E2FCA17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3" name="Freeform 69">
                <a:extLst>
                  <a:ext uri="{FF2B5EF4-FFF2-40B4-BE49-F238E27FC236}">
                    <a16:creationId xmlns:a16="http://schemas.microsoft.com/office/drawing/2014/main" id="{18C6659C-7CBF-419E-B2AB-53A6FBB4FF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4" name="Line 70">
                <a:extLst>
                  <a:ext uri="{FF2B5EF4-FFF2-40B4-BE49-F238E27FC236}">
                    <a16:creationId xmlns:a16="http://schemas.microsoft.com/office/drawing/2014/main" id="{C7B1B371-3EFF-4F0E-8B44-1A397B69DD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</p:grpSp>
      </p:grpSp>
      <p:sp>
        <p:nvSpPr>
          <p:cNvPr id="29" name="頁尾版面配置區 48">
            <a:extLst>
              <a:ext uri="{FF2B5EF4-FFF2-40B4-BE49-F238E27FC236}">
                <a16:creationId xmlns:a16="http://schemas.microsoft.com/office/drawing/2014/main" id="{B217CCF8-D1B0-4B96-AF9D-78BFAEE6D77D}"/>
              </a:ext>
            </a:extLst>
          </p:cNvPr>
          <p:cNvSpPr txBox="1">
            <a:spLocks/>
          </p:cNvSpPr>
          <p:nvPr userDrawn="1"/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 cap="all" spc="300" baseline="0">
                <a:solidFill>
                  <a:schemeClr val="tx1">
                    <a:alpha val="6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範例頁尾文字</a:t>
            </a: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615108B9-F897-467F-809F-6A4A2AE7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900000" flipH="1">
            <a:off x="11020475" y="5368081"/>
            <a:ext cx="641184" cy="1069728"/>
            <a:chOff x="6484111" y="2967038"/>
            <a:chExt cx="641184" cy="1069728"/>
          </a:xfrm>
        </p:grpSpPr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86413051-FD79-4060-A702-60F38BF4A35C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36" name="Freeform 68">
                <a:extLst>
                  <a:ext uri="{FF2B5EF4-FFF2-40B4-BE49-F238E27FC236}">
                    <a16:creationId xmlns:a16="http://schemas.microsoft.com/office/drawing/2014/main" id="{B764F2D9-1B19-42EA-9AF0-6050DDABAA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7" name="Freeform 69">
                <a:extLst>
                  <a:ext uri="{FF2B5EF4-FFF2-40B4-BE49-F238E27FC236}">
                    <a16:creationId xmlns:a16="http://schemas.microsoft.com/office/drawing/2014/main" id="{557F4B3F-3926-4C1D-ABBF-B238098717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8" name="Line 70">
                <a:extLst>
                  <a:ext uri="{FF2B5EF4-FFF2-40B4-BE49-F238E27FC236}">
                    <a16:creationId xmlns:a16="http://schemas.microsoft.com/office/drawing/2014/main" id="{81E74331-4EEB-49F8-912F-1DF74636E7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</p:grpSp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E88BEEF7-57D3-43D4-9EBA-6948ED40B433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33" name="Freeform 68">
                <a:extLst>
                  <a:ext uri="{FF2B5EF4-FFF2-40B4-BE49-F238E27FC236}">
                    <a16:creationId xmlns:a16="http://schemas.microsoft.com/office/drawing/2014/main" id="{0CD7B047-B489-4D5B-9C32-1BA667136A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4" name="Freeform 69">
                <a:extLst>
                  <a:ext uri="{FF2B5EF4-FFF2-40B4-BE49-F238E27FC236}">
                    <a16:creationId xmlns:a16="http://schemas.microsoft.com/office/drawing/2014/main" id="{2B703141-C1B3-4AFF-991F-D77B298AE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5" name="Line 70">
                <a:extLst>
                  <a:ext uri="{FF2B5EF4-FFF2-40B4-BE49-F238E27FC236}">
                    <a16:creationId xmlns:a16="http://schemas.microsoft.com/office/drawing/2014/main" id="{FEEBB32D-FA5C-432C-B55F-1F74A4D13F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</p:grpSp>
      </p:grpSp>
      <p:sp>
        <p:nvSpPr>
          <p:cNvPr id="39" name="投影片編號版面配置區 49">
            <a:extLst>
              <a:ext uri="{FF2B5EF4-FFF2-40B4-BE49-F238E27FC236}">
                <a16:creationId xmlns:a16="http://schemas.microsoft.com/office/drawing/2014/main" id="{FAE9A1BE-DDB9-4362-A4F6-BE1A07DBF6F1}"/>
              </a:ext>
            </a:extLst>
          </p:cNvPr>
          <p:cNvSpPr txBox="1">
            <a:spLocks/>
          </p:cNvSpPr>
          <p:nvPr userDrawn="1"/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spc="200" baseline="0">
                <a:solidFill>
                  <a:schemeClr val="tx1">
                    <a:alpha val="6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D39607A7-8386-47DB-8578-DDEDD194E5D4}" type="slidenum">
              <a:rPr lang="en-US" altLang="zh-TW" noProof="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3764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ctr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14" name="圖片版面配置區 13">
            <a:extLst>
              <a:ext uri="{FF2B5EF4-FFF2-40B4-BE49-F238E27FC236}">
                <a16:creationId xmlns:a16="http://schemas.microsoft.com/office/drawing/2014/main" id="{BC50FC60-9736-40BD-8EF0-51BD047716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66813" y="2479675"/>
            <a:ext cx="1587500" cy="233045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5" name="圖片版面配置區 13">
            <a:extLst>
              <a:ext uri="{FF2B5EF4-FFF2-40B4-BE49-F238E27FC236}">
                <a16:creationId xmlns:a16="http://schemas.microsoft.com/office/drawing/2014/main" id="{7D564077-E600-44C8-B691-00C1C3ECC1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8885" y="2479675"/>
            <a:ext cx="1587500" cy="233045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6" name="圖片版面配置區 13">
            <a:extLst>
              <a:ext uri="{FF2B5EF4-FFF2-40B4-BE49-F238E27FC236}">
                <a16:creationId xmlns:a16="http://schemas.microsoft.com/office/drawing/2014/main" id="{5EF6670B-24A6-4EC1-AB19-83414A6BFC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02249" y="2479675"/>
            <a:ext cx="1587500" cy="233045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7" name="圖片版面配置區 13">
            <a:extLst>
              <a:ext uri="{FF2B5EF4-FFF2-40B4-BE49-F238E27FC236}">
                <a16:creationId xmlns:a16="http://schemas.microsoft.com/office/drawing/2014/main" id="{DCE770BA-A562-4780-AEC9-94BC0C7C53F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4764" y="2479675"/>
            <a:ext cx="1587500" cy="233045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8" name="圖片版面配置區 13">
            <a:extLst>
              <a:ext uri="{FF2B5EF4-FFF2-40B4-BE49-F238E27FC236}">
                <a16:creationId xmlns:a16="http://schemas.microsoft.com/office/drawing/2014/main" id="{C627DB31-AE80-40F1-A5C7-E1FBE1521B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37688" y="2479675"/>
            <a:ext cx="1587500" cy="233045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cxnSp>
        <p:nvCxnSpPr>
          <p:cNvPr id="11" name="直線接點​​(S) 10">
            <a:extLst>
              <a:ext uri="{FF2B5EF4-FFF2-40B4-BE49-F238E27FC236}">
                <a16:creationId xmlns:a16="http://schemas.microsoft.com/office/drawing/2014/main" id="{CDA79604-04BA-44C3-8188-694F8E9C2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26000" y="191159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版面配置區 27">
            <a:extLst>
              <a:ext uri="{FF2B5EF4-FFF2-40B4-BE49-F238E27FC236}">
                <a16:creationId xmlns:a16="http://schemas.microsoft.com/office/drawing/2014/main" id="{325542BB-A1DE-421A-898F-007CCBCC104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66813" y="5094555"/>
            <a:ext cx="1587499" cy="35029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0" name="文字版面配置區 27">
            <a:extLst>
              <a:ext uri="{FF2B5EF4-FFF2-40B4-BE49-F238E27FC236}">
                <a16:creationId xmlns:a16="http://schemas.microsoft.com/office/drawing/2014/main" id="{95E87339-255E-4557-9768-A292ED25DB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66813" y="5371723"/>
            <a:ext cx="158749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200" kern="120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1" name="文字版面配置區 27">
            <a:extLst>
              <a:ext uri="{FF2B5EF4-FFF2-40B4-BE49-F238E27FC236}">
                <a16:creationId xmlns:a16="http://schemas.microsoft.com/office/drawing/2014/main" id="{969EC781-370F-41FC-AD76-0728B465E51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28885" y="5094555"/>
            <a:ext cx="1587499" cy="35029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2" name="文字版面配置區 27">
            <a:extLst>
              <a:ext uri="{FF2B5EF4-FFF2-40B4-BE49-F238E27FC236}">
                <a16:creationId xmlns:a16="http://schemas.microsoft.com/office/drawing/2014/main" id="{50C960BB-D9A3-417D-87D9-E93363FB585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28885" y="5371723"/>
            <a:ext cx="158749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200" kern="120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3" name="文字版面配置區 27">
            <a:extLst>
              <a:ext uri="{FF2B5EF4-FFF2-40B4-BE49-F238E27FC236}">
                <a16:creationId xmlns:a16="http://schemas.microsoft.com/office/drawing/2014/main" id="{714B566C-453D-4E47-8BE0-2EF7145AD3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02249" y="5094555"/>
            <a:ext cx="1587499" cy="35029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4" name="文字版面配置區 27">
            <a:extLst>
              <a:ext uri="{FF2B5EF4-FFF2-40B4-BE49-F238E27FC236}">
                <a16:creationId xmlns:a16="http://schemas.microsoft.com/office/drawing/2014/main" id="{8C9D423F-AE1B-476A-AC7E-F34CE6ABFA3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02249" y="5371723"/>
            <a:ext cx="158749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200" kern="120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5" name="文字版面配置區 27">
            <a:extLst>
              <a:ext uri="{FF2B5EF4-FFF2-40B4-BE49-F238E27FC236}">
                <a16:creationId xmlns:a16="http://schemas.microsoft.com/office/drawing/2014/main" id="{F25DCDC4-ECAE-47AB-8ED3-07D8D33BF18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364765" y="5094555"/>
            <a:ext cx="1587499" cy="35029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6" name="文字版面配置區 27">
            <a:extLst>
              <a:ext uri="{FF2B5EF4-FFF2-40B4-BE49-F238E27FC236}">
                <a16:creationId xmlns:a16="http://schemas.microsoft.com/office/drawing/2014/main" id="{1A7D8398-681A-475F-9624-02EFB0099D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64765" y="5371723"/>
            <a:ext cx="158749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200" kern="120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7" name="文字版面配置區 27">
            <a:extLst>
              <a:ext uri="{FF2B5EF4-FFF2-40B4-BE49-F238E27FC236}">
                <a16:creationId xmlns:a16="http://schemas.microsoft.com/office/drawing/2014/main" id="{9692C358-06E1-468E-90F8-9F5F3918233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437688" y="5094555"/>
            <a:ext cx="1587499" cy="35029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8" name="文字版面配置區 27">
            <a:extLst>
              <a:ext uri="{FF2B5EF4-FFF2-40B4-BE49-F238E27FC236}">
                <a16:creationId xmlns:a16="http://schemas.microsoft.com/office/drawing/2014/main" id="{2167CC03-B865-47EB-83C3-CA5CDC584C0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37688" y="5371723"/>
            <a:ext cx="158749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200" kern="120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885303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730545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rtlCol="0" anchor="b">
            <a:normAutofit/>
          </a:bodyPr>
          <a:lstStyle>
            <a:lvl1pPr marL="0" indent="0">
              <a:buNone/>
              <a:defRPr sz="1600" b="0" cap="all" spc="30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rtlCol="0" anchor="b">
            <a:normAutofit/>
          </a:bodyPr>
          <a:lstStyle>
            <a:lvl1pPr marL="0" indent="0">
              <a:buNone/>
              <a:defRPr sz="1600" b="0" cap="all" spc="30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185498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容 3 欄位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 rtlCol="0"/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2971400" cy="661912"/>
          </a:xfrm>
        </p:spPr>
        <p:txBody>
          <a:bodyPr rtlCol="0"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2971400" cy="3632750"/>
          </a:xfrm>
        </p:spPr>
        <p:txBody>
          <a:bodyPr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10300" y="1756025"/>
            <a:ext cx="2971400" cy="662400"/>
          </a:xfrm>
        </p:spPr>
        <p:txBody>
          <a:bodyPr rtlCol="0"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10300" y="2450550"/>
            <a:ext cx="2971400" cy="3632750"/>
          </a:xfrm>
        </p:spPr>
        <p:txBody>
          <a:bodyPr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0" name="文字版面配置區 4">
            <a:extLst>
              <a:ext uri="{FF2B5EF4-FFF2-40B4-BE49-F238E27FC236}">
                <a16:creationId xmlns:a16="http://schemas.microsoft.com/office/drawing/2014/main" id="{65563541-7DAA-4F84-BBAB-31C12F6AE9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31200" y="1756025"/>
            <a:ext cx="2971400" cy="662400"/>
          </a:xfrm>
        </p:spPr>
        <p:txBody>
          <a:bodyPr rtlCol="0"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1" name="內容版面配置區 5">
            <a:extLst>
              <a:ext uri="{FF2B5EF4-FFF2-40B4-BE49-F238E27FC236}">
                <a16:creationId xmlns:a16="http://schemas.microsoft.com/office/drawing/2014/main" id="{AE3321C3-E759-4DD7-BFA1-2E724B8DDBF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31200" y="2450550"/>
            <a:ext cx="2971400" cy="3632750"/>
          </a:xfrm>
        </p:spPr>
        <p:txBody>
          <a:bodyPr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altLang="zh-TW" noProof="0" smtClean="0"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936496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摘要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B4910FDC-FCA3-4F39-AC3F-821172639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37" y="0"/>
            <a:ext cx="386715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solidFill>
                <a:schemeClr val="bg1">
                  <a:alpha val="20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1" y="536573"/>
            <a:ext cx="7424950" cy="1453003"/>
          </a:xfrm>
        </p:spPr>
        <p:txBody>
          <a:bodyPr rtlCol="0"/>
          <a:lstStyle>
            <a:lvl1pPr algn="ctr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11" name="圖片版面配置區 10">
            <a:extLst>
              <a:ext uri="{FF2B5EF4-FFF2-40B4-BE49-F238E27FC236}">
                <a16:creationId xmlns:a16="http://schemas.microsoft.com/office/drawing/2014/main" id="{6F0F278F-99B1-49C2-968B-C983DF8121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7063" y="536575"/>
            <a:ext cx="2616200" cy="174307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07" name="圖片版面配置區 10">
            <a:extLst>
              <a:ext uri="{FF2B5EF4-FFF2-40B4-BE49-F238E27FC236}">
                <a16:creationId xmlns:a16="http://schemas.microsoft.com/office/drawing/2014/main" id="{524BD50E-995A-4DB3-8E0A-E7F1FC63693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853" y="2557090"/>
            <a:ext cx="2616200" cy="174307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08" name="圖片版面配置區 10">
            <a:extLst>
              <a:ext uri="{FF2B5EF4-FFF2-40B4-BE49-F238E27FC236}">
                <a16:creationId xmlns:a16="http://schemas.microsoft.com/office/drawing/2014/main" id="{ABAB6489-3F37-4A20-8777-093046E5C8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7063" y="4576347"/>
            <a:ext cx="2616200" cy="174307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92523157-52E2-4F89-B3C9-EA9FE7914B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64100" y="2876550"/>
            <a:ext cx="6332538" cy="3219450"/>
          </a:xfrm>
        </p:spPr>
        <p:txBody>
          <a:bodyPr rtlCol="0">
            <a:normAutofit/>
          </a:bodyPr>
          <a:lstStyle>
            <a:lvl1pPr marL="0" indent="0" algn="ctr">
              <a:buNone/>
              <a:defRPr sz="1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60000" indent="0" algn="ctr">
              <a:buFont typeface="Arial" panose="020B0604020202020204" pitchFamily="34" charset="0"/>
              <a:buNone/>
              <a:defRPr/>
            </a:lvl2pPr>
            <a:lvl3pPr marL="720000" indent="0" algn="ctr">
              <a:buNone/>
              <a:defRPr/>
            </a:lvl3pPr>
            <a:lvl4pPr marL="1080000" indent="0" algn="ctr">
              <a:buFont typeface="Arial" panose="020B0604020202020204" pitchFamily="34" charset="0"/>
              <a:buNone/>
              <a:defRPr/>
            </a:lvl4pPr>
            <a:lvl5pPr marL="1440000" indent="0" algn="ctr">
              <a:buNone/>
              <a:defRPr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8000" y="6357167"/>
            <a:ext cx="1760150" cy="46166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6725" y="6357600"/>
            <a:ext cx="3347285" cy="4608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cxnSp>
        <p:nvCxnSpPr>
          <p:cNvPr id="91" name="直線接點​​(S)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41725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167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結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4707" y="536573"/>
            <a:ext cx="3856679" cy="1453003"/>
          </a:xfrm>
        </p:spPr>
        <p:txBody>
          <a:bodyPr rtlCol="0"/>
          <a:lstStyle>
            <a:lvl1pPr algn="ctr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 dirty="0"/>
              <a:t>20XX </a:t>
            </a:r>
            <a:r>
              <a:rPr lang="zh-TW" altLang="en-US" noProof="0" dirty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cxnSp>
        <p:nvCxnSpPr>
          <p:cNvPr id="91" name="直線接點​​(S)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43525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6CA9855B-4072-4D45-821E-549FDF54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958" y="457964"/>
            <a:ext cx="7681842" cy="5937065"/>
            <a:chOff x="28958" y="457964"/>
            <a:chExt cx="7681842" cy="5937065"/>
          </a:xfrm>
        </p:grpSpPr>
        <p:grpSp>
          <p:nvGrpSpPr>
            <p:cNvPr id="94" name="群組 93">
              <a:extLst>
                <a:ext uri="{FF2B5EF4-FFF2-40B4-BE49-F238E27FC236}">
                  <a16:creationId xmlns:a16="http://schemas.microsoft.com/office/drawing/2014/main" id="{CD707C0C-4086-4F35-A8FC-A45D727AA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8900000" flipH="1">
              <a:off x="3417239" y="1865958"/>
              <a:ext cx="1270000" cy="3384002"/>
              <a:chOff x="7920038" y="61913"/>
              <a:chExt cx="1270000" cy="3384002"/>
            </a:xfrm>
          </p:grpSpPr>
          <p:sp>
            <p:nvSpPr>
              <p:cNvPr id="195" name="Freeform 76">
                <a:extLst>
                  <a:ext uri="{FF2B5EF4-FFF2-40B4-BE49-F238E27FC236}">
                    <a16:creationId xmlns:a16="http://schemas.microsoft.com/office/drawing/2014/main" id="{3D21528F-9013-4CD7-9F7C-D3F362488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7920038" y="61913"/>
                <a:ext cx="638175" cy="2843213"/>
              </a:xfrm>
              <a:custGeom>
                <a:avLst/>
                <a:gdLst>
                  <a:gd name="T0" fmla="*/ 0 w 134"/>
                  <a:gd name="T1" fmla="*/ 298 h 597"/>
                  <a:gd name="T2" fmla="*/ 134 w 134"/>
                  <a:gd name="T3" fmla="*/ 597 h 597"/>
                  <a:gd name="T4" fmla="*/ 134 w 134"/>
                  <a:gd name="T5" fmla="*/ 0 h 597"/>
                  <a:gd name="T6" fmla="*/ 0 w 134"/>
                  <a:gd name="T7" fmla="*/ 298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597">
                    <a:moveTo>
                      <a:pt x="0" y="298"/>
                    </a:moveTo>
                    <a:cubicBezTo>
                      <a:pt x="0" y="417"/>
                      <a:pt x="52" y="523"/>
                      <a:pt x="134" y="597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52" y="74"/>
                      <a:pt x="0" y="180"/>
                      <a:pt x="0" y="29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 dirty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196" name="Freeform 77">
                <a:extLst>
                  <a:ext uri="{FF2B5EF4-FFF2-40B4-BE49-F238E27FC236}">
                    <a16:creationId xmlns:a16="http://schemas.microsoft.com/office/drawing/2014/main" id="{06A8F5A2-62EC-4CDC-945A-E6C50C86C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8558213" y="61913"/>
                <a:ext cx="631825" cy="2843213"/>
              </a:xfrm>
              <a:custGeom>
                <a:avLst/>
                <a:gdLst>
                  <a:gd name="T0" fmla="*/ 0 w 133"/>
                  <a:gd name="T1" fmla="*/ 0 h 597"/>
                  <a:gd name="T2" fmla="*/ 0 w 133"/>
                  <a:gd name="T3" fmla="*/ 597 h 597"/>
                  <a:gd name="T4" fmla="*/ 133 w 133"/>
                  <a:gd name="T5" fmla="*/ 298 h 597"/>
                  <a:gd name="T6" fmla="*/ 0 w 133"/>
                  <a:gd name="T7" fmla="*/ 0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3" h="597">
                    <a:moveTo>
                      <a:pt x="0" y="0"/>
                    </a:moveTo>
                    <a:cubicBezTo>
                      <a:pt x="0" y="597"/>
                      <a:pt x="0" y="597"/>
                      <a:pt x="0" y="597"/>
                    </a:cubicBezTo>
                    <a:cubicBezTo>
                      <a:pt x="82" y="523"/>
                      <a:pt x="133" y="417"/>
                      <a:pt x="133" y="298"/>
                    </a:cubicBezTo>
                    <a:cubicBezTo>
                      <a:pt x="133" y="180"/>
                      <a:pt x="82" y="74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 dirty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grpSp>
            <p:nvGrpSpPr>
              <p:cNvPr id="197" name="群組 196">
                <a:extLst>
                  <a:ext uri="{FF2B5EF4-FFF2-40B4-BE49-F238E27FC236}">
                    <a16:creationId xmlns:a16="http://schemas.microsoft.com/office/drawing/2014/main" id="{9625C8AA-1597-4CED-8301-18D382EF0D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7934326" y="61915"/>
                <a:ext cx="1241425" cy="3384000"/>
                <a:chOff x="7934326" y="61915"/>
                <a:chExt cx="1241425" cy="3384000"/>
              </a:xfrm>
            </p:grpSpPr>
            <p:sp>
              <p:nvSpPr>
                <p:cNvPr id="198" name="Line 90">
                  <a:extLst>
                    <a:ext uri="{FF2B5EF4-FFF2-40B4-BE49-F238E27FC236}">
                      <a16:creationId xmlns:a16="http://schemas.microsoft.com/office/drawing/2014/main" id="{5DF95B35-23E9-4724-A4F8-8ED718B5DE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8558213" y="61915"/>
                  <a:ext cx="0" cy="3384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99" name="Freeform 91">
                  <a:extLst>
                    <a:ext uri="{FF2B5EF4-FFF2-40B4-BE49-F238E27FC236}">
                      <a16:creationId xmlns:a16="http://schemas.microsoft.com/office/drawing/2014/main" id="{26C6754B-5776-451D-95ED-62AA4D0BAE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8181976" y="523875"/>
                  <a:ext cx="747713" cy="376238"/>
                </a:xfrm>
                <a:custGeom>
                  <a:avLst/>
                  <a:gdLst>
                    <a:gd name="T0" fmla="*/ 471 w 471"/>
                    <a:gd name="T1" fmla="*/ 0 h 237"/>
                    <a:gd name="T2" fmla="*/ 237 w 471"/>
                    <a:gd name="T3" fmla="*/ 237 h 237"/>
                    <a:gd name="T4" fmla="*/ 0 w 471"/>
                    <a:gd name="T5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71" h="237">
                      <a:moveTo>
                        <a:pt x="471" y="0"/>
                      </a:moveTo>
                      <a:lnTo>
                        <a:pt x="237" y="2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200" name="Freeform 92">
                  <a:extLst>
                    <a:ext uri="{FF2B5EF4-FFF2-40B4-BE49-F238E27FC236}">
                      <a16:creationId xmlns:a16="http://schemas.microsoft.com/office/drawing/2014/main" id="{A345A289-8D6C-4886-B54C-3E0D26D176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77188" y="1028700"/>
                  <a:ext cx="1157288" cy="581025"/>
                </a:xfrm>
                <a:custGeom>
                  <a:avLst/>
                  <a:gdLst>
                    <a:gd name="T0" fmla="*/ 729 w 729"/>
                    <a:gd name="T1" fmla="*/ 0 h 366"/>
                    <a:gd name="T2" fmla="*/ 366 w 729"/>
                    <a:gd name="T3" fmla="*/ 366 h 366"/>
                    <a:gd name="T4" fmla="*/ 0 w 729"/>
                    <a:gd name="T5" fmla="*/ 0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29" h="366">
                      <a:moveTo>
                        <a:pt x="729" y="0"/>
                      </a:moveTo>
                      <a:lnTo>
                        <a:pt x="366" y="36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201" name="Freeform 93">
                  <a:extLst>
                    <a:ext uri="{FF2B5EF4-FFF2-40B4-BE49-F238E27FC236}">
                      <a16:creationId xmlns:a16="http://schemas.microsoft.com/office/drawing/2014/main" id="{5690D981-545B-4A73-A22E-6E701024A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34326" y="1700213"/>
                  <a:ext cx="1241425" cy="619125"/>
                </a:xfrm>
                <a:custGeom>
                  <a:avLst/>
                  <a:gdLst>
                    <a:gd name="T0" fmla="*/ 782 w 782"/>
                    <a:gd name="T1" fmla="*/ 0 h 390"/>
                    <a:gd name="T2" fmla="*/ 393 w 782"/>
                    <a:gd name="T3" fmla="*/ 390 h 390"/>
                    <a:gd name="T4" fmla="*/ 0 w 782"/>
                    <a:gd name="T5" fmla="*/ 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82" h="390">
                      <a:moveTo>
                        <a:pt x="782" y="0"/>
                      </a:moveTo>
                      <a:lnTo>
                        <a:pt x="393" y="39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</p:grpSp>
        <p:grpSp>
          <p:nvGrpSpPr>
            <p:cNvPr id="95" name="群組 94">
              <a:extLst>
                <a:ext uri="{FF2B5EF4-FFF2-40B4-BE49-F238E27FC236}">
                  <a16:creationId xmlns:a16="http://schemas.microsoft.com/office/drawing/2014/main" id="{FCB89D53-605D-4497-A82E-C5CB7B9AB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28958" y="457964"/>
              <a:ext cx="5539609" cy="5682348"/>
              <a:chOff x="6623433" y="457964"/>
              <a:chExt cx="5539609" cy="5682348"/>
            </a:xfrm>
          </p:grpSpPr>
          <p:grpSp>
            <p:nvGrpSpPr>
              <p:cNvPr id="146" name="群組 145">
                <a:extLst>
                  <a:ext uri="{FF2B5EF4-FFF2-40B4-BE49-F238E27FC236}">
                    <a16:creationId xmlns:a16="http://schemas.microsoft.com/office/drawing/2014/main" id="{4200751B-2483-40F5-8C14-EF64034D45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73" name="Freeform 64">
                  <a:extLst>
                    <a:ext uri="{FF2B5EF4-FFF2-40B4-BE49-F238E27FC236}">
                      <a16:creationId xmlns:a16="http://schemas.microsoft.com/office/drawing/2014/main" id="{A9677C6B-C435-43E3-BF18-DC35709C97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74" name="Freeform 81">
                  <a:extLst>
                    <a:ext uri="{FF2B5EF4-FFF2-40B4-BE49-F238E27FC236}">
                      <a16:creationId xmlns:a16="http://schemas.microsoft.com/office/drawing/2014/main" id="{56E374F1-3376-4D82-B66C-A0588A30F0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75" name="Freeform 61">
                  <a:extLst>
                    <a:ext uri="{FF2B5EF4-FFF2-40B4-BE49-F238E27FC236}">
                      <a16:creationId xmlns:a16="http://schemas.microsoft.com/office/drawing/2014/main" id="{979B4E97-34CE-4034-8523-F1584A0344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76" name="Freeform 78">
                  <a:extLst>
                    <a:ext uri="{FF2B5EF4-FFF2-40B4-BE49-F238E27FC236}">
                      <a16:creationId xmlns:a16="http://schemas.microsoft.com/office/drawing/2014/main" id="{F4C4EFFF-E30B-4F0B-9ED4-FF63047DCBD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77" name="Freeform 84">
                  <a:extLst>
                    <a:ext uri="{FF2B5EF4-FFF2-40B4-BE49-F238E27FC236}">
                      <a16:creationId xmlns:a16="http://schemas.microsoft.com/office/drawing/2014/main" id="{173FDB7E-F5CA-497D-95CF-7A00D6789C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78" name="Freeform 87">
                  <a:extLst>
                    <a:ext uri="{FF2B5EF4-FFF2-40B4-BE49-F238E27FC236}">
                      <a16:creationId xmlns:a16="http://schemas.microsoft.com/office/drawing/2014/main" id="{42266BB1-5605-4F64-B071-80A97BAD9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79" name="Freeform 60">
                  <a:extLst>
                    <a:ext uri="{FF2B5EF4-FFF2-40B4-BE49-F238E27FC236}">
                      <a16:creationId xmlns:a16="http://schemas.microsoft.com/office/drawing/2014/main" id="{90D15A2A-0F2D-4AB8-8252-303BA5DB3B0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80" name="Freeform 59">
                  <a:extLst>
                    <a:ext uri="{FF2B5EF4-FFF2-40B4-BE49-F238E27FC236}">
                      <a16:creationId xmlns:a16="http://schemas.microsoft.com/office/drawing/2014/main" id="{E676282C-5FCF-4E29-AE15-2545F1A685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81" name="Freeform 62">
                  <a:extLst>
                    <a:ext uri="{FF2B5EF4-FFF2-40B4-BE49-F238E27FC236}">
                      <a16:creationId xmlns:a16="http://schemas.microsoft.com/office/drawing/2014/main" id="{AF7EC2A1-EAFC-4851-A4E3-47811C445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82" name="Freeform 65">
                  <a:extLst>
                    <a:ext uri="{FF2B5EF4-FFF2-40B4-BE49-F238E27FC236}">
                      <a16:creationId xmlns:a16="http://schemas.microsoft.com/office/drawing/2014/main" id="{6F9BD94B-F299-45D3-B66E-F20FBC9246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83" name="Freeform 79">
                  <a:extLst>
                    <a:ext uri="{FF2B5EF4-FFF2-40B4-BE49-F238E27FC236}">
                      <a16:creationId xmlns:a16="http://schemas.microsoft.com/office/drawing/2014/main" id="{50E616C9-EAB1-4990-B569-17C6CB0889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84" name="Freeform 82">
                  <a:extLst>
                    <a:ext uri="{FF2B5EF4-FFF2-40B4-BE49-F238E27FC236}">
                      <a16:creationId xmlns:a16="http://schemas.microsoft.com/office/drawing/2014/main" id="{2F983FB0-2CC2-4D5F-A331-4130F138E9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85" name="Freeform 85">
                  <a:extLst>
                    <a:ext uri="{FF2B5EF4-FFF2-40B4-BE49-F238E27FC236}">
                      <a16:creationId xmlns:a16="http://schemas.microsoft.com/office/drawing/2014/main" id="{B1ABC269-0802-4C4A-9E57-6F876F122C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86" name="Freeform 88">
                  <a:extLst>
                    <a:ext uri="{FF2B5EF4-FFF2-40B4-BE49-F238E27FC236}">
                      <a16:creationId xmlns:a16="http://schemas.microsoft.com/office/drawing/2014/main" id="{233153AF-C5CF-40DD-9E5E-9B84272F46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grpSp>
              <p:nvGrpSpPr>
                <p:cNvPr id="187" name="群組 186">
                  <a:extLst>
                    <a:ext uri="{FF2B5EF4-FFF2-40B4-BE49-F238E27FC236}">
                      <a16:creationId xmlns:a16="http://schemas.microsoft.com/office/drawing/2014/main" id="{95E220B7-17F2-4748-A337-3B8D5886038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88" name="Line 63">
                    <a:extLst>
                      <a:ext uri="{FF2B5EF4-FFF2-40B4-BE49-F238E27FC236}">
                        <a16:creationId xmlns:a16="http://schemas.microsoft.com/office/drawing/2014/main" id="{63DC02CB-E162-45FD-AF68-0A1DB537F40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89" name="Line 66">
                    <a:extLst>
                      <a:ext uri="{FF2B5EF4-FFF2-40B4-BE49-F238E27FC236}">
                        <a16:creationId xmlns:a16="http://schemas.microsoft.com/office/drawing/2014/main" id="{4D9CBADA-7016-4987-B723-F7AE8E2E5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90" name="Line 67">
                    <a:extLst>
                      <a:ext uri="{FF2B5EF4-FFF2-40B4-BE49-F238E27FC236}">
                        <a16:creationId xmlns:a16="http://schemas.microsoft.com/office/drawing/2014/main" id="{1DCEDCA0-F979-4B3C-A0CA-F98F2DEE892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91" name="Line 80">
                    <a:extLst>
                      <a:ext uri="{FF2B5EF4-FFF2-40B4-BE49-F238E27FC236}">
                        <a16:creationId xmlns:a16="http://schemas.microsoft.com/office/drawing/2014/main" id="{1B701ADB-B6EB-4BED-8D15-F358A67EC9F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92" name="Line 83">
                    <a:extLst>
                      <a:ext uri="{FF2B5EF4-FFF2-40B4-BE49-F238E27FC236}">
                        <a16:creationId xmlns:a16="http://schemas.microsoft.com/office/drawing/2014/main" id="{239EB39D-EF7A-4284-83B8-904957045D8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93" name="Line 86">
                    <a:extLst>
                      <a:ext uri="{FF2B5EF4-FFF2-40B4-BE49-F238E27FC236}">
                        <a16:creationId xmlns:a16="http://schemas.microsoft.com/office/drawing/2014/main" id="{59413AC3-6F9D-431E-8136-F15C0FCA62A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94" name="Line 89">
                    <a:extLst>
                      <a:ext uri="{FF2B5EF4-FFF2-40B4-BE49-F238E27FC236}">
                        <a16:creationId xmlns:a16="http://schemas.microsoft.com/office/drawing/2014/main" id="{987DF8D6-E53D-4C41-B339-1E5094638FA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</p:grpSp>
          <p:grpSp>
            <p:nvGrpSpPr>
              <p:cNvPr id="147" name="群組 146">
                <a:extLst>
                  <a:ext uri="{FF2B5EF4-FFF2-40B4-BE49-F238E27FC236}">
                    <a16:creationId xmlns:a16="http://schemas.microsoft.com/office/drawing/2014/main" id="{66036562-1199-405F-B95A-C3A543B5DB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5" name="群組 164">
                  <a:extLst>
                    <a:ext uri="{FF2B5EF4-FFF2-40B4-BE49-F238E27FC236}">
                      <a16:creationId xmlns:a16="http://schemas.microsoft.com/office/drawing/2014/main" id="{C4C4997E-6944-4940-8B33-92DB90BCE3A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69" name="直線接點​​(S) 168">
                    <a:extLst>
                      <a:ext uri="{FF2B5EF4-FFF2-40B4-BE49-F238E27FC236}">
                        <a16:creationId xmlns:a16="http://schemas.microsoft.com/office/drawing/2014/main" id="{0A44DA53-5DA1-44E2-8EB4-F53CC84C9F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直線接點​​(S) 169">
                    <a:extLst>
                      <a:ext uri="{FF2B5EF4-FFF2-40B4-BE49-F238E27FC236}">
                        <a16:creationId xmlns:a16="http://schemas.microsoft.com/office/drawing/2014/main" id="{F072B3FF-FEA5-46BC-8627-9B46C5F3967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1" name="Rectangle 30">
                    <a:extLst>
                      <a:ext uri="{FF2B5EF4-FFF2-40B4-BE49-F238E27FC236}">
                        <a16:creationId xmlns:a16="http://schemas.microsoft.com/office/drawing/2014/main" id="{FB18587D-1BDA-4D28-9B48-3C37C764B66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72" name="Rectangle 30">
                    <a:extLst>
                      <a:ext uri="{FF2B5EF4-FFF2-40B4-BE49-F238E27FC236}">
                        <a16:creationId xmlns:a16="http://schemas.microsoft.com/office/drawing/2014/main" id="{8CFE033B-F34F-4836-B6F3-93E6C7D9C5C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  <p:grpSp>
              <p:nvGrpSpPr>
                <p:cNvPr id="166" name="群組 165">
                  <a:extLst>
                    <a:ext uri="{FF2B5EF4-FFF2-40B4-BE49-F238E27FC236}">
                      <a16:creationId xmlns:a16="http://schemas.microsoft.com/office/drawing/2014/main" id="{07F79761-CFAA-4330-8067-31EC1DC3E1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8A0BC496-427B-4836-B989-97B0673D8F5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solidFill>
                        <a:schemeClr val="tx1"/>
                      </a:solidFill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68" name="Freeform: Shape 167">
                    <a:extLst>
                      <a:ext uri="{FF2B5EF4-FFF2-40B4-BE49-F238E27FC236}">
                        <a16:creationId xmlns:a16="http://schemas.microsoft.com/office/drawing/2014/main" id="{A0D554E1-33ED-415C-BF15-FC38D2E33C7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solidFill>
                        <a:schemeClr val="tx1"/>
                      </a:solidFill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</p:grpSp>
          <p:grpSp>
            <p:nvGrpSpPr>
              <p:cNvPr id="148" name="群組 147">
                <a:extLst>
                  <a:ext uri="{FF2B5EF4-FFF2-40B4-BE49-F238E27FC236}">
                    <a16:creationId xmlns:a16="http://schemas.microsoft.com/office/drawing/2014/main" id="{D1F1EE7D-C5FF-46EA-AB9C-94E1F2D9B7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61" name="群組 160">
                  <a:extLst>
                    <a:ext uri="{FF2B5EF4-FFF2-40B4-BE49-F238E27FC236}">
                      <a16:creationId xmlns:a16="http://schemas.microsoft.com/office/drawing/2014/main" id="{2AC2FE37-AED7-4C81-A52E-FD105C1BDA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3" name="Freeform 68">
                    <a:extLst>
                      <a:ext uri="{FF2B5EF4-FFF2-40B4-BE49-F238E27FC236}">
                        <a16:creationId xmlns:a16="http://schemas.microsoft.com/office/drawing/2014/main" id="{AB34FC05-3259-4BE2-8DA9-91435FAFCE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64" name="Freeform 69">
                    <a:extLst>
                      <a:ext uri="{FF2B5EF4-FFF2-40B4-BE49-F238E27FC236}">
                        <a16:creationId xmlns:a16="http://schemas.microsoft.com/office/drawing/2014/main" id="{AC11598E-3FD2-47F3-8E57-D5D6130DBC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  <p:sp>
              <p:nvSpPr>
                <p:cNvPr id="162" name="Line 70">
                  <a:extLst>
                    <a:ext uri="{FF2B5EF4-FFF2-40B4-BE49-F238E27FC236}">
                      <a16:creationId xmlns:a16="http://schemas.microsoft.com/office/drawing/2014/main" id="{37D098FA-73CF-44E6-B612-7DE664E5DE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  <p:grpSp>
            <p:nvGrpSpPr>
              <p:cNvPr id="149" name="群組 148">
                <a:extLst>
                  <a:ext uri="{FF2B5EF4-FFF2-40B4-BE49-F238E27FC236}">
                    <a16:creationId xmlns:a16="http://schemas.microsoft.com/office/drawing/2014/main" id="{66672930-1A30-4508-A9D2-FA4271C6B1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58" name="Freeform 68">
                  <a:extLst>
                    <a:ext uri="{FF2B5EF4-FFF2-40B4-BE49-F238E27FC236}">
                      <a16:creationId xmlns:a16="http://schemas.microsoft.com/office/drawing/2014/main" id="{174F3D5B-9943-4A8B-8699-ABB2B7991B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59" name="Freeform 69">
                  <a:extLst>
                    <a:ext uri="{FF2B5EF4-FFF2-40B4-BE49-F238E27FC236}">
                      <a16:creationId xmlns:a16="http://schemas.microsoft.com/office/drawing/2014/main" id="{6834DCA2-951C-4A9B-8490-5C7BD0FFBB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60" name="Line 70">
                  <a:extLst>
                    <a:ext uri="{FF2B5EF4-FFF2-40B4-BE49-F238E27FC236}">
                      <a16:creationId xmlns:a16="http://schemas.microsoft.com/office/drawing/2014/main" id="{316B6CF4-BCF3-4765-B744-A1EB5A76D3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  <p:grpSp>
            <p:nvGrpSpPr>
              <p:cNvPr id="150" name="群組 149">
                <a:extLst>
                  <a:ext uri="{FF2B5EF4-FFF2-40B4-BE49-F238E27FC236}">
                    <a16:creationId xmlns:a16="http://schemas.microsoft.com/office/drawing/2014/main" id="{BAD99054-FC47-4391-9369-B309A0AA25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51" name="群組 150">
                  <a:extLst>
                    <a:ext uri="{FF2B5EF4-FFF2-40B4-BE49-F238E27FC236}">
                      <a16:creationId xmlns:a16="http://schemas.microsoft.com/office/drawing/2014/main" id="{1A1CDB94-FE6F-4AAC-94D9-DDCEC703B1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56" name="Freeform: Shape 155">
                    <a:extLst>
                      <a:ext uri="{FF2B5EF4-FFF2-40B4-BE49-F238E27FC236}">
                        <a16:creationId xmlns:a16="http://schemas.microsoft.com/office/drawing/2014/main" id="{99B22DCB-54E6-4769-9DD7-3736B4041B2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solidFill>
                        <a:schemeClr val="tx1"/>
                      </a:solidFill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57" name="Freeform: Shape 156">
                    <a:extLst>
                      <a:ext uri="{FF2B5EF4-FFF2-40B4-BE49-F238E27FC236}">
                        <a16:creationId xmlns:a16="http://schemas.microsoft.com/office/drawing/2014/main" id="{67DA3C33-5733-4571-AD7C-F9D7447D184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solidFill>
                        <a:schemeClr val="tx1"/>
                      </a:solidFill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  <p:grpSp>
              <p:nvGrpSpPr>
                <p:cNvPr id="152" name="群組 151">
                  <a:extLst>
                    <a:ext uri="{FF2B5EF4-FFF2-40B4-BE49-F238E27FC236}">
                      <a16:creationId xmlns:a16="http://schemas.microsoft.com/office/drawing/2014/main" id="{DEACDE3F-3571-479B-8545-A0EB157DFB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53" name="直線接點​​(S) 152">
                    <a:extLst>
                      <a:ext uri="{FF2B5EF4-FFF2-40B4-BE49-F238E27FC236}">
                        <a16:creationId xmlns:a16="http://schemas.microsoft.com/office/drawing/2014/main" id="{0EBC688C-242B-4AF8-9A28-74C5D3A7DD7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Rectangle 5">
                    <a:extLst>
                      <a:ext uri="{FF2B5EF4-FFF2-40B4-BE49-F238E27FC236}">
                        <a16:creationId xmlns:a16="http://schemas.microsoft.com/office/drawing/2014/main" id="{C4C8C45C-CEB8-4DEA-A7C9-8028747D4C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55" name="Rectangle 5">
                    <a:extLst>
                      <a:ext uri="{FF2B5EF4-FFF2-40B4-BE49-F238E27FC236}">
                        <a16:creationId xmlns:a16="http://schemas.microsoft.com/office/drawing/2014/main" id="{7FC624AF-D992-41C1-A403-A0A4731BE06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</p:grpSp>
        </p:grpSp>
        <p:grpSp>
          <p:nvGrpSpPr>
            <p:cNvPr id="96" name="群組 95">
              <a:extLst>
                <a:ext uri="{FF2B5EF4-FFF2-40B4-BE49-F238E27FC236}">
                  <a16:creationId xmlns:a16="http://schemas.microsoft.com/office/drawing/2014/main" id="{F63171A4-E846-4A64-8292-3ED3583B6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2171191" y="712681"/>
              <a:ext cx="5539609" cy="5682348"/>
              <a:chOff x="6623433" y="457964"/>
              <a:chExt cx="5539609" cy="5682348"/>
            </a:xfrm>
          </p:grpSpPr>
          <p:grpSp>
            <p:nvGrpSpPr>
              <p:cNvPr id="97" name="群組 96">
                <a:extLst>
                  <a:ext uri="{FF2B5EF4-FFF2-40B4-BE49-F238E27FC236}">
                    <a16:creationId xmlns:a16="http://schemas.microsoft.com/office/drawing/2014/main" id="{E59C66F3-BAB8-46AB-849B-0BC14A74B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24" name="Freeform 64">
                  <a:extLst>
                    <a:ext uri="{FF2B5EF4-FFF2-40B4-BE49-F238E27FC236}">
                      <a16:creationId xmlns:a16="http://schemas.microsoft.com/office/drawing/2014/main" id="{68CD087B-52FF-4F11-A251-6F6A6B9093A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25" name="Freeform 81">
                  <a:extLst>
                    <a:ext uri="{FF2B5EF4-FFF2-40B4-BE49-F238E27FC236}">
                      <a16:creationId xmlns:a16="http://schemas.microsoft.com/office/drawing/2014/main" id="{7FD7CD23-A1FC-41E8-A563-0B0A87A8FC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26" name="Freeform 61">
                  <a:extLst>
                    <a:ext uri="{FF2B5EF4-FFF2-40B4-BE49-F238E27FC236}">
                      <a16:creationId xmlns:a16="http://schemas.microsoft.com/office/drawing/2014/main" id="{A3A34481-695D-470B-9A01-A047EAA615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27" name="Freeform 78">
                  <a:extLst>
                    <a:ext uri="{FF2B5EF4-FFF2-40B4-BE49-F238E27FC236}">
                      <a16:creationId xmlns:a16="http://schemas.microsoft.com/office/drawing/2014/main" id="{5B26EEFA-6CAA-4BF6-B4BD-7C083D59BF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28" name="Freeform 84">
                  <a:extLst>
                    <a:ext uri="{FF2B5EF4-FFF2-40B4-BE49-F238E27FC236}">
                      <a16:creationId xmlns:a16="http://schemas.microsoft.com/office/drawing/2014/main" id="{61976329-310A-4F70-B22C-F032D4BF7E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29" name="Freeform 87">
                  <a:extLst>
                    <a:ext uri="{FF2B5EF4-FFF2-40B4-BE49-F238E27FC236}">
                      <a16:creationId xmlns:a16="http://schemas.microsoft.com/office/drawing/2014/main" id="{0A0DA1ED-70C5-4D8F-B61F-F6E9E07D59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30" name="Freeform 60">
                  <a:extLst>
                    <a:ext uri="{FF2B5EF4-FFF2-40B4-BE49-F238E27FC236}">
                      <a16:creationId xmlns:a16="http://schemas.microsoft.com/office/drawing/2014/main" id="{EDF58541-8ECC-487F-96C7-3267D0F9C8C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31" name="Freeform 59">
                  <a:extLst>
                    <a:ext uri="{FF2B5EF4-FFF2-40B4-BE49-F238E27FC236}">
                      <a16:creationId xmlns:a16="http://schemas.microsoft.com/office/drawing/2014/main" id="{D1DAAA62-5552-4436-97D9-353F629E8A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32" name="Freeform 62">
                  <a:extLst>
                    <a:ext uri="{FF2B5EF4-FFF2-40B4-BE49-F238E27FC236}">
                      <a16:creationId xmlns:a16="http://schemas.microsoft.com/office/drawing/2014/main" id="{EBA1BB6B-72EF-4525-89A1-FC5BE70D71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33" name="Freeform 65">
                  <a:extLst>
                    <a:ext uri="{FF2B5EF4-FFF2-40B4-BE49-F238E27FC236}">
                      <a16:creationId xmlns:a16="http://schemas.microsoft.com/office/drawing/2014/main" id="{D3BD4012-93F7-424A-9146-8E7E831D9E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34" name="Freeform 79">
                  <a:extLst>
                    <a:ext uri="{FF2B5EF4-FFF2-40B4-BE49-F238E27FC236}">
                      <a16:creationId xmlns:a16="http://schemas.microsoft.com/office/drawing/2014/main" id="{A2E36983-6A8E-4C78-AA27-363C0D676C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35" name="Freeform 82">
                  <a:extLst>
                    <a:ext uri="{FF2B5EF4-FFF2-40B4-BE49-F238E27FC236}">
                      <a16:creationId xmlns:a16="http://schemas.microsoft.com/office/drawing/2014/main" id="{AB2380FC-F201-44F0-A531-1402201E4E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36" name="Freeform 85">
                  <a:extLst>
                    <a:ext uri="{FF2B5EF4-FFF2-40B4-BE49-F238E27FC236}">
                      <a16:creationId xmlns:a16="http://schemas.microsoft.com/office/drawing/2014/main" id="{737C3A27-BD47-4E93-A1E3-33B902DD068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37" name="Freeform 88">
                  <a:extLst>
                    <a:ext uri="{FF2B5EF4-FFF2-40B4-BE49-F238E27FC236}">
                      <a16:creationId xmlns:a16="http://schemas.microsoft.com/office/drawing/2014/main" id="{C257BCC6-B88D-4C3B-BEFD-25D320F39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grpSp>
              <p:nvGrpSpPr>
                <p:cNvPr id="138" name="群組 137">
                  <a:extLst>
                    <a:ext uri="{FF2B5EF4-FFF2-40B4-BE49-F238E27FC236}">
                      <a16:creationId xmlns:a16="http://schemas.microsoft.com/office/drawing/2014/main" id="{0519964D-597A-4E0C-B66C-89D30B8582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39" name="Line 63">
                    <a:extLst>
                      <a:ext uri="{FF2B5EF4-FFF2-40B4-BE49-F238E27FC236}">
                        <a16:creationId xmlns:a16="http://schemas.microsoft.com/office/drawing/2014/main" id="{A31BADE6-3732-4787-8841-96E8F05C0A9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40" name="Line 66">
                    <a:extLst>
                      <a:ext uri="{FF2B5EF4-FFF2-40B4-BE49-F238E27FC236}">
                        <a16:creationId xmlns:a16="http://schemas.microsoft.com/office/drawing/2014/main" id="{447ED593-61E3-4BD7-8984-7FE5621549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41" name="Line 67">
                    <a:extLst>
                      <a:ext uri="{FF2B5EF4-FFF2-40B4-BE49-F238E27FC236}">
                        <a16:creationId xmlns:a16="http://schemas.microsoft.com/office/drawing/2014/main" id="{6AD98272-0FC0-49AC-9877-8D2BAA5148B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42" name="Line 80">
                    <a:extLst>
                      <a:ext uri="{FF2B5EF4-FFF2-40B4-BE49-F238E27FC236}">
                        <a16:creationId xmlns:a16="http://schemas.microsoft.com/office/drawing/2014/main" id="{D54770D9-48C7-4C76-9F40-65C9B9C05C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43" name="Line 83">
                    <a:extLst>
                      <a:ext uri="{FF2B5EF4-FFF2-40B4-BE49-F238E27FC236}">
                        <a16:creationId xmlns:a16="http://schemas.microsoft.com/office/drawing/2014/main" id="{4B9C1A3A-3DED-4CC1-820C-16B358DF9E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44" name="Line 86">
                    <a:extLst>
                      <a:ext uri="{FF2B5EF4-FFF2-40B4-BE49-F238E27FC236}">
                        <a16:creationId xmlns:a16="http://schemas.microsoft.com/office/drawing/2014/main" id="{2404A56E-8A81-48CB-9AC4-2CB6EA55DD7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45" name="Line 89">
                    <a:extLst>
                      <a:ext uri="{FF2B5EF4-FFF2-40B4-BE49-F238E27FC236}">
                        <a16:creationId xmlns:a16="http://schemas.microsoft.com/office/drawing/2014/main" id="{6D6A743B-85A5-41A8-9664-D654620D25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</p:grpSp>
          <p:grpSp>
            <p:nvGrpSpPr>
              <p:cNvPr id="98" name="群組 97">
                <a:extLst>
                  <a:ext uri="{FF2B5EF4-FFF2-40B4-BE49-F238E27FC236}">
                    <a16:creationId xmlns:a16="http://schemas.microsoft.com/office/drawing/2014/main" id="{23DAD9FD-AF99-4D89-9BC8-E6739BD17A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16" name="群組 115">
                  <a:extLst>
                    <a:ext uri="{FF2B5EF4-FFF2-40B4-BE49-F238E27FC236}">
                      <a16:creationId xmlns:a16="http://schemas.microsoft.com/office/drawing/2014/main" id="{D7170781-0173-4FAB-8358-42C469FC5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20" name="直線接點​​(S) 119">
                    <a:extLst>
                      <a:ext uri="{FF2B5EF4-FFF2-40B4-BE49-F238E27FC236}">
                        <a16:creationId xmlns:a16="http://schemas.microsoft.com/office/drawing/2014/main" id="{03C55E22-B879-4AE0-BC46-BA8A4E950C5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直線接點​​(S) 120">
                    <a:extLst>
                      <a:ext uri="{FF2B5EF4-FFF2-40B4-BE49-F238E27FC236}">
                        <a16:creationId xmlns:a16="http://schemas.microsoft.com/office/drawing/2014/main" id="{AA07E073-1978-4DCC-9E5C-FF89EF524BF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" name="Rectangle 30">
                    <a:extLst>
                      <a:ext uri="{FF2B5EF4-FFF2-40B4-BE49-F238E27FC236}">
                        <a16:creationId xmlns:a16="http://schemas.microsoft.com/office/drawing/2014/main" id="{5691F80E-D2E0-4E78-AA76-8D827AE410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23" name="Rectangle 30">
                    <a:extLst>
                      <a:ext uri="{FF2B5EF4-FFF2-40B4-BE49-F238E27FC236}">
                        <a16:creationId xmlns:a16="http://schemas.microsoft.com/office/drawing/2014/main" id="{E34C55D1-5C55-44D3-9C26-E1951DA3937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  <p:grpSp>
              <p:nvGrpSpPr>
                <p:cNvPr id="117" name="群組 116">
                  <a:extLst>
                    <a:ext uri="{FF2B5EF4-FFF2-40B4-BE49-F238E27FC236}">
                      <a16:creationId xmlns:a16="http://schemas.microsoft.com/office/drawing/2014/main" id="{4C9CB0E6-07EF-4140-926D-D380C1A88E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263BBD78-504D-435B-8933-2C460DC38E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solidFill>
                        <a:schemeClr val="tx1"/>
                      </a:solidFill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1AD78D29-1FCF-4E88-A958-924F701D5E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solidFill>
                        <a:schemeClr val="tx1"/>
                      </a:solidFill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</p:grpSp>
          <p:grpSp>
            <p:nvGrpSpPr>
              <p:cNvPr id="99" name="群組 98">
                <a:extLst>
                  <a:ext uri="{FF2B5EF4-FFF2-40B4-BE49-F238E27FC236}">
                    <a16:creationId xmlns:a16="http://schemas.microsoft.com/office/drawing/2014/main" id="{EA551A3F-69EF-45CC-87F7-867808A3F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12" name="群組 111">
                  <a:extLst>
                    <a:ext uri="{FF2B5EF4-FFF2-40B4-BE49-F238E27FC236}">
                      <a16:creationId xmlns:a16="http://schemas.microsoft.com/office/drawing/2014/main" id="{12724B09-E74E-49FA-BB5D-583BB89B798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14" name="Freeform 68">
                    <a:extLst>
                      <a:ext uri="{FF2B5EF4-FFF2-40B4-BE49-F238E27FC236}">
                        <a16:creationId xmlns:a16="http://schemas.microsoft.com/office/drawing/2014/main" id="{DA2788BF-64AD-4328-8CB9-8C2C98CF54E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15" name="Freeform 69">
                    <a:extLst>
                      <a:ext uri="{FF2B5EF4-FFF2-40B4-BE49-F238E27FC236}">
                        <a16:creationId xmlns:a16="http://schemas.microsoft.com/office/drawing/2014/main" id="{D9591CB5-16C9-44FC-B125-529D33F91BF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  <p:sp>
              <p:nvSpPr>
                <p:cNvPr id="113" name="Line 70">
                  <a:extLst>
                    <a:ext uri="{FF2B5EF4-FFF2-40B4-BE49-F238E27FC236}">
                      <a16:creationId xmlns:a16="http://schemas.microsoft.com/office/drawing/2014/main" id="{4F82A945-38F0-45AF-A28A-C6A0E6A2E7F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  <p:grpSp>
            <p:nvGrpSpPr>
              <p:cNvPr id="100" name="群組 99">
                <a:extLst>
                  <a:ext uri="{FF2B5EF4-FFF2-40B4-BE49-F238E27FC236}">
                    <a16:creationId xmlns:a16="http://schemas.microsoft.com/office/drawing/2014/main" id="{80FA6744-F48F-4652-86E5-BA3ABEF32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09" name="Freeform 68">
                  <a:extLst>
                    <a:ext uri="{FF2B5EF4-FFF2-40B4-BE49-F238E27FC236}">
                      <a16:creationId xmlns:a16="http://schemas.microsoft.com/office/drawing/2014/main" id="{FAC3DEAD-5797-4CA1-A8F2-3F487AAC6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10" name="Freeform 69">
                  <a:extLst>
                    <a:ext uri="{FF2B5EF4-FFF2-40B4-BE49-F238E27FC236}">
                      <a16:creationId xmlns:a16="http://schemas.microsoft.com/office/drawing/2014/main" id="{F9AF9D64-C9FB-4D32-993D-3423A2E55E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11" name="Line 70">
                  <a:extLst>
                    <a:ext uri="{FF2B5EF4-FFF2-40B4-BE49-F238E27FC236}">
                      <a16:creationId xmlns:a16="http://schemas.microsoft.com/office/drawing/2014/main" id="{9097AC72-422F-4CE0-A772-A63E2294AC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  <p:grpSp>
            <p:nvGrpSpPr>
              <p:cNvPr id="101" name="群組 100">
                <a:extLst>
                  <a:ext uri="{FF2B5EF4-FFF2-40B4-BE49-F238E27FC236}">
                    <a16:creationId xmlns:a16="http://schemas.microsoft.com/office/drawing/2014/main" id="{1A6B3F4D-48A0-4FC2-8720-2606D6AA04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02" name="群組 101">
                  <a:extLst>
                    <a:ext uri="{FF2B5EF4-FFF2-40B4-BE49-F238E27FC236}">
                      <a16:creationId xmlns:a16="http://schemas.microsoft.com/office/drawing/2014/main" id="{67E4FA26-563D-4D19-BAEB-A370818E51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03B51AAC-6B1D-43D1-8885-402653BA90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solidFill>
                        <a:schemeClr val="tx1"/>
                      </a:solidFill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08" name="Freeform: Shape 107">
                    <a:extLst>
                      <a:ext uri="{FF2B5EF4-FFF2-40B4-BE49-F238E27FC236}">
                        <a16:creationId xmlns:a16="http://schemas.microsoft.com/office/drawing/2014/main" id="{CF4180FB-7FBD-421F-A284-4C2CC61B38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solidFill>
                        <a:schemeClr val="tx1"/>
                      </a:solidFill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  <p:grpSp>
              <p:nvGrpSpPr>
                <p:cNvPr id="103" name="群組 102">
                  <a:extLst>
                    <a:ext uri="{FF2B5EF4-FFF2-40B4-BE49-F238E27FC236}">
                      <a16:creationId xmlns:a16="http://schemas.microsoft.com/office/drawing/2014/main" id="{28E615C5-6A2E-4BF3-A3A8-9061C5B1B8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04" name="直線接點​​(S) 103">
                    <a:extLst>
                      <a:ext uri="{FF2B5EF4-FFF2-40B4-BE49-F238E27FC236}">
                        <a16:creationId xmlns:a16="http://schemas.microsoft.com/office/drawing/2014/main" id="{B15A4CEB-6B8D-48C3-8484-3EC282A34A1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Rectangle 5">
                    <a:extLst>
                      <a:ext uri="{FF2B5EF4-FFF2-40B4-BE49-F238E27FC236}">
                        <a16:creationId xmlns:a16="http://schemas.microsoft.com/office/drawing/2014/main" id="{38F7FD7D-E582-4214-B1B3-D289130553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06" name="Rectangle 5">
                    <a:extLst>
                      <a:ext uri="{FF2B5EF4-FFF2-40B4-BE49-F238E27FC236}">
                        <a16:creationId xmlns:a16="http://schemas.microsoft.com/office/drawing/2014/main" id="{B74D1DAC-C0D4-447E-8665-EAFF34F4E3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</p:grpSp>
        </p:grpSp>
      </p:grp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9CF2D931-86F8-40B1-B2C0-BE477572EC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81686" y="2876550"/>
            <a:ext cx="3059113" cy="2983947"/>
          </a:xfr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60000" indent="0">
              <a:buFont typeface="Arial" panose="020B0604020202020204" pitchFamily="34" charset="0"/>
              <a:buNone/>
              <a:defRPr/>
            </a:lvl2pPr>
            <a:lvl3pPr marL="720000" indent="0">
              <a:buNone/>
              <a:defRPr/>
            </a:lvl3pPr>
            <a:lvl4pPr marL="1080000" indent="0">
              <a:buFont typeface="Arial" panose="020B0604020202020204" pitchFamily="34" charset="0"/>
              <a:buNone/>
              <a:defRPr/>
            </a:lvl4pPr>
            <a:lvl5pPr marL="1440000" indent="0">
              <a:buNone/>
              <a:defRPr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86887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911974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5" r:id="rId2"/>
    <p:sldLayoutId id="2147483673" r:id="rId3"/>
    <p:sldLayoutId id="2147483678" r:id="rId4"/>
    <p:sldLayoutId id="2147483660" r:id="rId5"/>
    <p:sldLayoutId id="2147483680" r:id="rId6"/>
    <p:sldLayoutId id="2147483679" r:id="rId7"/>
    <p:sldLayoutId id="2147483677" r:id="rId8"/>
    <p:sldLayoutId id="2147483662" r:id="rId9"/>
    <p:sldLayoutId id="2147483663" r:id="rId10"/>
    <p:sldLayoutId id="2147483671" r:id="rId11"/>
    <p:sldLayoutId id="2147483676" r:id="rId12"/>
    <p:sldLayoutId id="2147483674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  <p15:guide id="30" orient="horz" pos="2160" userDrawn="1">
          <p15:clr>
            <a:srgbClr val="A4A3A4"/>
          </p15:clr>
        </p15:guide>
        <p15:guide id="31" pos="3840" userDrawn="1">
          <p15:clr>
            <a:srgbClr val="A4A3A4"/>
          </p15:clr>
        </p15:guide>
        <p15:guide id="32" pos="240" userDrawn="1">
          <p15:clr>
            <a:srgbClr val="547EBF"/>
          </p15:clr>
        </p15:guide>
        <p15:guide id="33" orient="horz" pos="240" userDrawn="1">
          <p15:clr>
            <a:srgbClr val="547EBF"/>
          </p15:clr>
        </p15:guide>
        <p15:guide id="34" pos="7440" userDrawn="1">
          <p15:clr>
            <a:srgbClr val="547EBF"/>
          </p15:clr>
        </p15:guide>
        <p15:guide id="35" orient="horz" pos="4080" userDrawn="1">
          <p15:clr>
            <a:srgbClr val="547EBF"/>
          </p15:clr>
        </p15:guide>
        <p15:guide id="36" pos="3960" userDrawn="1">
          <p15:clr>
            <a:srgbClr val="547EBF"/>
          </p15:clr>
        </p15:guide>
        <p15:guide id="37" pos="3720" userDrawn="1">
          <p15:clr>
            <a:srgbClr val="547EBF"/>
          </p15:clr>
        </p15:guide>
        <p15:guide id="38" pos="2112" userDrawn="1">
          <p15:clr>
            <a:srgbClr val="547EBF"/>
          </p15:clr>
        </p15:guide>
        <p15:guide id="39" pos="1848" userDrawn="1">
          <p15:clr>
            <a:srgbClr val="547EBF"/>
          </p15:clr>
        </p15:guide>
        <p15:guide id="40" pos="5568" userDrawn="1">
          <p15:clr>
            <a:srgbClr val="547EBF"/>
          </p15:clr>
        </p15:guide>
        <p15:guide id="41" pos="5832" userDrawn="1">
          <p15:clr>
            <a:srgbClr val="547EBF"/>
          </p15:clr>
        </p15:guide>
        <p15:guide id="42" pos="4968" userDrawn="1">
          <p15:clr>
            <a:srgbClr val="9FCC3B"/>
          </p15:clr>
        </p15:guide>
        <p15:guide id="43" pos="5208" userDrawn="1">
          <p15:clr>
            <a:srgbClr val="9FCC3B"/>
          </p15:clr>
        </p15:guide>
        <p15:guide id="44" pos="2712" userDrawn="1">
          <p15:clr>
            <a:srgbClr val="9FCC3B"/>
          </p15:clr>
        </p15:guide>
        <p15:guide id="45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zh-TW" altLang="en-US" dirty="0"/>
              <a:t>一頁企畫概念</a:t>
            </a:r>
            <a:br>
              <a:rPr lang="en-US" altLang="zh-TW" dirty="0"/>
            </a:br>
            <a:r>
              <a:rPr lang="zh-TW" altLang="en-US" dirty="0"/>
              <a:t>「魔法佔棋」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3777" y="4143193"/>
            <a:ext cx="4121646" cy="1080879"/>
          </a:xfrm>
        </p:spPr>
        <p:txBody>
          <a:bodyPr rtlCol="0">
            <a:normAutofit/>
          </a:bodyPr>
          <a:lstStyle/>
          <a:p>
            <a:pPr rtl="0">
              <a:lnSpc>
                <a:spcPct val="120000"/>
              </a:lnSpc>
            </a:pPr>
            <a:r>
              <a:rPr lang="zh-TW" altLang="en-US" dirty="0">
                <a:cs typeface="Calibri"/>
              </a:rPr>
              <a:t>第八組：</a:t>
            </a:r>
            <a:r>
              <a:rPr lang="zh-TW" altLang="en-US" dirty="0"/>
              <a:t>省柏佑、陳妙佳、謝逸芃、葉易先、林予筠、王國仁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B889E3-0644-67B1-66A5-BB8D85109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94835" y="564305"/>
            <a:ext cx="4079874" cy="1132373"/>
          </a:xfrm>
        </p:spPr>
        <p:txBody>
          <a:bodyPr/>
          <a:lstStyle/>
          <a:p>
            <a:r>
              <a:rPr lang="zh-TW" altLang="en-US" dirty="0"/>
              <a:t>遊戲概要</a:t>
            </a:r>
          </a:p>
        </p:txBody>
      </p:sp>
      <p:sp>
        <p:nvSpPr>
          <p:cNvPr id="4" name="圖片版面配置區 3">
            <a:extLst>
              <a:ext uri="{FF2B5EF4-FFF2-40B4-BE49-F238E27FC236}">
                <a16:creationId xmlns:a16="http://schemas.microsoft.com/office/drawing/2014/main" id="{B086EDAD-759E-8767-DC19-BFA76F2408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14513" y="564305"/>
            <a:ext cx="4756775" cy="27606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000" dirty="0"/>
              <a:t>【</a:t>
            </a:r>
            <a:r>
              <a:rPr lang="zh-TW" altLang="en-US" sz="2000" dirty="0"/>
              <a:t>操作</a:t>
            </a:r>
            <a:r>
              <a:rPr lang="en-US" altLang="zh-TW" sz="2000" dirty="0"/>
              <a:t>】</a:t>
            </a:r>
          </a:p>
          <a:p>
            <a:pPr marL="0" indent="0">
              <a:buNone/>
            </a:pPr>
            <a:r>
              <a:rPr lang="en-US" altLang="zh-TW" sz="2000" dirty="0"/>
              <a:t>WASD</a:t>
            </a:r>
            <a:r>
              <a:rPr lang="zh-TW" altLang="en-US" sz="2000" dirty="0"/>
              <a:t>移動鍵以及滑鼠左鍵</a:t>
            </a:r>
            <a:endParaRPr lang="en-US" altLang="zh-TW" sz="2000" dirty="0"/>
          </a:p>
          <a:p>
            <a:endParaRPr lang="zh-TW" altLang="en-US" dirty="0"/>
          </a:p>
        </p:txBody>
      </p:sp>
      <p:sp>
        <p:nvSpPr>
          <p:cNvPr id="5" name="圖片版面配置區 4">
            <a:extLst>
              <a:ext uri="{FF2B5EF4-FFF2-40B4-BE49-F238E27FC236}">
                <a16:creationId xmlns:a16="http://schemas.microsoft.com/office/drawing/2014/main" id="{680C4D89-CF0F-DC95-DA02-D43CDFA589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8156" y="1268752"/>
            <a:ext cx="5323000" cy="1858284"/>
          </a:xfrm>
        </p:spPr>
        <p:txBody>
          <a:bodyPr>
            <a:normAutofit/>
          </a:bodyPr>
          <a:lstStyle/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zh-TW" altLang="en-US" sz="2000" i="0" dirty="0"/>
              <a:t>平台：</a:t>
            </a:r>
            <a:r>
              <a:rPr lang="en-US" altLang="zh-TW" sz="2000" i="0" dirty="0"/>
              <a:t>PC</a:t>
            </a:r>
          </a:p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zh-TW" altLang="en-US" sz="2000" i="0" dirty="0"/>
              <a:t>類型：雙人動作派對遊戲</a:t>
            </a:r>
            <a:r>
              <a:rPr lang="en-US" altLang="zh-TW" sz="2000" i="0" dirty="0"/>
              <a:t>(</a:t>
            </a:r>
            <a:r>
              <a:rPr lang="zh-TW" altLang="en-US" i="0" dirty="0"/>
              <a:t>連機</a:t>
            </a:r>
            <a:r>
              <a:rPr lang="en-US" altLang="zh-TW" sz="2000" i="0" dirty="0"/>
              <a:t>)</a:t>
            </a:r>
          </a:p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zh-TW" altLang="en-US" sz="2000" i="0" dirty="0"/>
              <a:t>目標年齡：全年齡</a:t>
            </a:r>
          </a:p>
        </p:txBody>
      </p:sp>
      <p:sp>
        <p:nvSpPr>
          <p:cNvPr id="6" name="圖片版面配置區 5">
            <a:extLst>
              <a:ext uri="{FF2B5EF4-FFF2-40B4-BE49-F238E27FC236}">
                <a16:creationId xmlns:a16="http://schemas.microsoft.com/office/drawing/2014/main" id="{7632FA54-1E07-C432-6662-2CEF92216D5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987" y="3127036"/>
            <a:ext cx="5408951" cy="3067727"/>
          </a:xfrm>
        </p:spPr>
        <p:txBody>
          <a:bodyPr>
            <a:normAutofit/>
          </a:bodyPr>
          <a:lstStyle/>
          <a:p>
            <a:pPr marL="402336" lvl="1" indent="0">
              <a:buNone/>
            </a:pPr>
            <a:r>
              <a:rPr lang="en-US" altLang="zh-TW" sz="2000" i="0" dirty="0"/>
              <a:t>【</a:t>
            </a:r>
            <a:r>
              <a:rPr lang="zh-TW" altLang="en-US" sz="2000" i="0" dirty="0"/>
              <a:t>遊戲背景</a:t>
            </a:r>
            <a:r>
              <a:rPr lang="en-US" altLang="zh-TW" sz="2000" i="0" dirty="0"/>
              <a:t>】</a:t>
            </a:r>
          </a:p>
          <a:p>
            <a:pPr marL="402336" lvl="1" indent="0">
              <a:buNone/>
            </a:pPr>
            <a:r>
              <a:rPr lang="zh-TW" altLang="en-US" i="0" dirty="0"/>
              <a:t>魔法大陸上有一間特殊的學院，每年都會舉辦特殊的考試內容</a:t>
            </a:r>
            <a:r>
              <a:rPr lang="en-US" altLang="zh-TW" i="0" dirty="0"/>
              <a:t>… </a:t>
            </a:r>
          </a:p>
          <a:p>
            <a:pPr marL="402336" lvl="1" indent="0">
              <a:buNone/>
            </a:pPr>
            <a:r>
              <a:rPr lang="zh-TW" altLang="en-US" i="0" dirty="0"/>
              <a:t>而今年的考試主題就是「魔法佔棋」 這個考試將考驗學員的魔法製作技巧、下棋策略以及運氣</a:t>
            </a:r>
            <a:r>
              <a:rPr lang="en-US" altLang="zh-TW" i="0" dirty="0"/>
              <a:t>…</a:t>
            </a:r>
            <a:r>
              <a:rPr lang="zh-TW" altLang="en-US" i="0" dirty="0"/>
              <a:t>！ </a:t>
            </a:r>
            <a:endParaRPr lang="en-US" altLang="zh-TW" i="0" dirty="0"/>
          </a:p>
        </p:txBody>
      </p:sp>
      <p:sp>
        <p:nvSpPr>
          <p:cNvPr id="7" name="圖片版面配置區 6">
            <a:extLst>
              <a:ext uri="{FF2B5EF4-FFF2-40B4-BE49-F238E27FC236}">
                <a16:creationId xmlns:a16="http://schemas.microsoft.com/office/drawing/2014/main" id="{6DC93993-FB79-BD27-41DA-76492A1062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816600"/>
            <a:ext cx="5753726" cy="4973945"/>
          </a:xfrm>
        </p:spPr>
        <p:txBody>
          <a:bodyPr>
            <a:normAutofit/>
          </a:bodyPr>
          <a:lstStyle/>
          <a:p>
            <a:pPr marL="402336" lvl="1" indent="0">
              <a:buNone/>
            </a:pPr>
            <a:r>
              <a:rPr lang="en-US" altLang="zh-TW" sz="2000" i="0" dirty="0"/>
              <a:t>【</a:t>
            </a:r>
            <a:r>
              <a:rPr lang="zh-TW" altLang="en-US" sz="2000" i="0" dirty="0"/>
              <a:t>遊戲背景</a:t>
            </a:r>
            <a:r>
              <a:rPr lang="en-US" altLang="zh-TW" sz="2000" i="0" dirty="0"/>
              <a:t>】</a:t>
            </a:r>
          </a:p>
          <a:p>
            <a:pPr marL="402336" lvl="1" indent="0">
              <a:buNone/>
            </a:pPr>
            <a:r>
              <a:rPr lang="zh-TW" altLang="en-US" i="0" dirty="0"/>
              <a:t>遊戲為第三人稱視角，玩家扮演魔法學院的學生，每次只和一人對決，遊戲開始時即可搶奪中間生成的大球與小球，用球將對方砸</a:t>
            </a:r>
            <a:endParaRPr lang="en-US" altLang="zh-TW" i="0" dirty="0"/>
          </a:p>
          <a:p>
            <a:pPr marL="402336" lvl="1" indent="0">
              <a:buNone/>
            </a:pPr>
            <a:r>
              <a:rPr lang="zh-TW" altLang="en-US" i="0" dirty="0"/>
              <a:t>下場或投擲到棋盤上，連成一條線時將會取得勝利！如果自己的棋子被佔領了，也不用擔心，當被佔領時會發放特殊的素材讓學員反擊！透過不斷的鬥智，努力連成一條線吧！</a:t>
            </a:r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E047A2-F118-AB3D-90FC-8959B778B326}"/>
              </a:ext>
            </a:extLst>
          </p:cNvPr>
          <p:cNvSpPr/>
          <p:nvPr/>
        </p:nvSpPr>
        <p:spPr>
          <a:xfrm>
            <a:off x="288493" y="6198432"/>
            <a:ext cx="1356609" cy="659568"/>
          </a:xfrm>
          <a:prstGeom prst="rect">
            <a:avLst/>
          </a:prstGeom>
          <a:solidFill>
            <a:srgbClr val="DAE3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EDC616-47F1-8767-3569-1C822ABB8A10}"/>
              </a:ext>
            </a:extLst>
          </p:cNvPr>
          <p:cNvSpPr/>
          <p:nvPr/>
        </p:nvSpPr>
        <p:spPr>
          <a:xfrm>
            <a:off x="5336530" y="6408294"/>
            <a:ext cx="1356609" cy="449705"/>
          </a:xfrm>
          <a:prstGeom prst="rect">
            <a:avLst/>
          </a:prstGeom>
          <a:solidFill>
            <a:srgbClr val="DAE3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F6D2FA-3BCF-1FCE-1534-8E1AE5A98576}"/>
              </a:ext>
            </a:extLst>
          </p:cNvPr>
          <p:cNvSpPr/>
          <p:nvPr/>
        </p:nvSpPr>
        <p:spPr>
          <a:xfrm>
            <a:off x="10737961" y="6408294"/>
            <a:ext cx="1356609" cy="329784"/>
          </a:xfrm>
          <a:prstGeom prst="rect">
            <a:avLst/>
          </a:prstGeom>
          <a:solidFill>
            <a:srgbClr val="DAE3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4321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FAB40E-26E6-DE50-47CA-FB3FA03AE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600" y="2140889"/>
            <a:ext cx="4078800" cy="1453003"/>
          </a:xfrm>
        </p:spPr>
        <p:txBody>
          <a:bodyPr/>
          <a:lstStyle/>
          <a:p>
            <a:r>
              <a:rPr lang="en-US" altLang="zh-TW" dirty="0"/>
              <a:t>STORYBOARD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FFF185-51F0-2E15-0B78-16FDD79FE7A9}"/>
              </a:ext>
            </a:extLst>
          </p:cNvPr>
          <p:cNvSpPr/>
          <p:nvPr/>
        </p:nvSpPr>
        <p:spPr>
          <a:xfrm>
            <a:off x="5351489" y="2046157"/>
            <a:ext cx="1356609" cy="659568"/>
          </a:xfrm>
          <a:prstGeom prst="rect">
            <a:avLst/>
          </a:prstGeom>
          <a:solidFill>
            <a:srgbClr val="DAE3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6335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0517E35-3579-70A8-EC96-652E4C2FB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34257" y="5620564"/>
            <a:ext cx="7523483" cy="13477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/>
              <a:t>遊戲開始時，中間會掉落大球與小球供玩家使用，每過一段時間會提供一次，直到遊戲結束。</a:t>
            </a:r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11" name="圖片 10" descr="一張含有 螢幕擷取畫面, 設計, 筆記型電腦, 電腦 的圖片&#10;&#10;自動產生的描述">
            <a:extLst>
              <a:ext uri="{FF2B5EF4-FFF2-40B4-BE49-F238E27FC236}">
                <a16:creationId xmlns:a16="http://schemas.microsoft.com/office/drawing/2014/main" id="{8FAD8F37-DED5-DB5E-E95C-2D444D3CB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257" y="215575"/>
            <a:ext cx="7091267" cy="530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480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3CA6E-0F65-43C6-CC6C-9D7361810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BF851D9-DE0C-B157-86FC-9C8673DE8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19267" y="5620564"/>
            <a:ext cx="7553463" cy="10329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/>
              <a:t>玩家拿到球後，可將球丟向敵人，此時敵人的腳下會出現己方準心，發射時球的路徑為直線。</a:t>
            </a:r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7" name="圖片 6" descr="一張含有 設計, 螢幕擷取畫面, 圖解 的圖片&#10;&#10;自動產生的描述">
            <a:extLst>
              <a:ext uri="{FF2B5EF4-FFF2-40B4-BE49-F238E27FC236}">
                <a16:creationId xmlns:a16="http://schemas.microsoft.com/office/drawing/2014/main" id="{F9A90B18-F3A3-6EFF-BD82-38FEF300B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020" y="211772"/>
            <a:ext cx="7103955" cy="540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905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EEA7F-7F6D-B3FD-8E30-BFCA1036D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46D5388-0226-5307-FE35-721917377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11324" y="5457811"/>
            <a:ext cx="7523483" cy="14001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dirty="0"/>
              <a:t>被砸到掉下去的話就會死亡，死亡後會在地板的範圍內的上空復活，並有</a:t>
            </a:r>
            <a:r>
              <a:rPr lang="en-US" altLang="zh-TW" dirty="0"/>
              <a:t>3</a:t>
            </a:r>
            <a:r>
              <a:rPr lang="zh-TW" altLang="en-US" dirty="0"/>
              <a:t>秒的無敵時間，這段時間內被球打到或推擠都不會進行碰撞</a:t>
            </a:r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7" name="圖片 6" descr="一張含有 筆記型電腦, 電腦, 卡通, 螢幕擷取畫面 的圖片&#10;&#10;自動產生的描述">
            <a:extLst>
              <a:ext uri="{FF2B5EF4-FFF2-40B4-BE49-F238E27FC236}">
                <a16:creationId xmlns:a16="http://schemas.microsoft.com/office/drawing/2014/main" id="{F3227536-24E7-0E70-115F-9EB942CCB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19" y="71912"/>
            <a:ext cx="3766856" cy="2868000"/>
          </a:xfrm>
          <a:prstGeom prst="rect">
            <a:avLst/>
          </a:prstGeom>
        </p:spPr>
      </p:pic>
      <p:pic>
        <p:nvPicPr>
          <p:cNvPr id="9" name="圖片 8" descr="一張含有 美工圖案, 設計, 圖解 的圖片&#10;&#10;自動產生的描述">
            <a:extLst>
              <a:ext uri="{FF2B5EF4-FFF2-40B4-BE49-F238E27FC236}">
                <a16:creationId xmlns:a16="http://schemas.microsoft.com/office/drawing/2014/main" id="{425D5635-2EC5-BEFD-BF86-FFF21266B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378" y="71912"/>
            <a:ext cx="3766857" cy="2868001"/>
          </a:xfrm>
          <a:prstGeom prst="rect">
            <a:avLst/>
          </a:prstGeom>
        </p:spPr>
      </p:pic>
      <p:pic>
        <p:nvPicPr>
          <p:cNvPr id="11" name="圖片 10" descr="一張含有 卡通, 美工圖案, 電腦, 螢幕擷取畫面 的圖片&#10;&#10;自動產生的描述">
            <a:extLst>
              <a:ext uri="{FF2B5EF4-FFF2-40B4-BE49-F238E27FC236}">
                <a16:creationId xmlns:a16="http://schemas.microsoft.com/office/drawing/2014/main" id="{7CB5D424-819A-D7DF-02F6-8FBF0E075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7099" y="2589812"/>
            <a:ext cx="3766855" cy="2867999"/>
          </a:xfrm>
          <a:prstGeom prst="rect">
            <a:avLst/>
          </a:prstGeom>
        </p:spPr>
      </p:pic>
      <p:sp>
        <p:nvSpPr>
          <p:cNvPr id="12" name="箭號: 向下 11">
            <a:extLst>
              <a:ext uri="{FF2B5EF4-FFF2-40B4-BE49-F238E27FC236}">
                <a16:creationId xmlns:a16="http://schemas.microsoft.com/office/drawing/2014/main" id="{685EBCD4-BBFE-B8F7-5A91-343E6DF6C6D7}"/>
              </a:ext>
            </a:extLst>
          </p:cNvPr>
          <p:cNvSpPr/>
          <p:nvPr/>
        </p:nvSpPr>
        <p:spPr>
          <a:xfrm rot="18277312">
            <a:off x="2488000" y="3059262"/>
            <a:ext cx="746449" cy="1203649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向下 12">
            <a:extLst>
              <a:ext uri="{FF2B5EF4-FFF2-40B4-BE49-F238E27FC236}">
                <a16:creationId xmlns:a16="http://schemas.microsoft.com/office/drawing/2014/main" id="{36E9DAE2-01B9-3785-0CA2-4CAEF8F557F8}"/>
              </a:ext>
            </a:extLst>
          </p:cNvPr>
          <p:cNvSpPr/>
          <p:nvPr/>
        </p:nvSpPr>
        <p:spPr>
          <a:xfrm rot="14056296">
            <a:off x="8384652" y="3002087"/>
            <a:ext cx="746449" cy="1203649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327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18BA5-EC66-D5EE-5DF8-B6E81D59F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B9260DF-A34F-5D7C-7897-DFB846FCE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19268" y="5823510"/>
            <a:ext cx="7553463" cy="18199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/>
              <a:t>將球丟到格子上「下棋」，大球一次佔四格，小球一次佔一格</a:t>
            </a:r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ABD6E0BA-3906-CC5B-2FC7-78A69F52E77D}"/>
              </a:ext>
            </a:extLst>
          </p:cNvPr>
          <p:cNvSpPr/>
          <p:nvPr/>
        </p:nvSpPr>
        <p:spPr>
          <a:xfrm>
            <a:off x="4826341" y="1168924"/>
            <a:ext cx="1253950" cy="70701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4C384E13-2560-5758-5059-7C0E0BF79A77}"/>
              </a:ext>
            </a:extLst>
          </p:cNvPr>
          <p:cNvSpPr/>
          <p:nvPr/>
        </p:nvSpPr>
        <p:spPr>
          <a:xfrm>
            <a:off x="4859245" y="3982470"/>
            <a:ext cx="1253950" cy="70701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9" name="圖片 18" descr="一張含有 螢幕擷取畫面, 電腦, 筆記型電腦, 設計 的圖片&#10;&#10;自動產生的描述">
            <a:extLst>
              <a:ext uri="{FF2B5EF4-FFF2-40B4-BE49-F238E27FC236}">
                <a16:creationId xmlns:a16="http://schemas.microsoft.com/office/drawing/2014/main" id="{674CAB05-F178-7642-C6D5-8B5DFDCE6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315" y="238882"/>
            <a:ext cx="3427416" cy="2609558"/>
          </a:xfrm>
          <a:prstGeom prst="rect">
            <a:avLst/>
          </a:prstGeom>
        </p:spPr>
      </p:pic>
      <p:pic>
        <p:nvPicPr>
          <p:cNvPr id="21" name="圖片 20" descr="一張含有 螢幕擷取畫面, 設計, 美工圖案, 卡通 的圖片&#10;&#10;自動產生的描述">
            <a:extLst>
              <a:ext uri="{FF2B5EF4-FFF2-40B4-BE49-F238E27FC236}">
                <a16:creationId xmlns:a16="http://schemas.microsoft.com/office/drawing/2014/main" id="{FC3398B1-491A-56B5-4DAA-79D5328F9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900" y="238882"/>
            <a:ext cx="3427417" cy="2609558"/>
          </a:xfrm>
          <a:prstGeom prst="rect">
            <a:avLst/>
          </a:prstGeom>
        </p:spPr>
      </p:pic>
      <p:pic>
        <p:nvPicPr>
          <p:cNvPr id="25" name="圖片 24" descr="一張含有 設計, 螢幕擷取畫面, 美工圖案, 卡通 的圖片&#10;&#10;自動產生的描述">
            <a:extLst>
              <a:ext uri="{FF2B5EF4-FFF2-40B4-BE49-F238E27FC236}">
                <a16:creationId xmlns:a16="http://schemas.microsoft.com/office/drawing/2014/main" id="{FD363F5C-4764-DE30-6FDD-7B2508F7B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900" y="3092114"/>
            <a:ext cx="3427417" cy="2609559"/>
          </a:xfrm>
          <a:prstGeom prst="rect">
            <a:avLst/>
          </a:prstGeom>
        </p:spPr>
      </p:pic>
      <p:pic>
        <p:nvPicPr>
          <p:cNvPr id="27" name="圖片 26" descr="一張含有 螢幕擷取畫面, 設計, 電腦, 筆記型電腦 的圖片&#10;&#10;自動產生的描述">
            <a:extLst>
              <a:ext uri="{FF2B5EF4-FFF2-40B4-BE49-F238E27FC236}">
                <a16:creationId xmlns:a16="http://schemas.microsoft.com/office/drawing/2014/main" id="{B14618EF-CA24-4F95-090F-B26C482CA9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5315" y="3092114"/>
            <a:ext cx="3427416" cy="260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79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09A15-377F-B5F2-7F1F-A0243451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0A7420F-36B2-6234-3E1F-535AA5B5F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33538" y="5537863"/>
            <a:ext cx="7671677" cy="11753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/>
              <a:t>如果打到對方的顏色上該格將轉變為自己的顏色</a:t>
            </a:r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11" name="圖片 10" descr="一張含有 螢幕擷取畫面, 設計, 美工圖案, 圖解 的圖片&#10;&#10;自動產生的描述">
            <a:extLst>
              <a:ext uri="{FF2B5EF4-FFF2-40B4-BE49-F238E27FC236}">
                <a16:creationId xmlns:a16="http://schemas.microsoft.com/office/drawing/2014/main" id="{695BCE0B-7C59-0BDF-4D65-BFB1D2802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89" y="282638"/>
            <a:ext cx="5207917" cy="3965191"/>
          </a:xfrm>
          <a:prstGeom prst="rect">
            <a:avLst/>
          </a:prstGeom>
        </p:spPr>
      </p:pic>
      <p:pic>
        <p:nvPicPr>
          <p:cNvPr id="13" name="圖片 12" descr="一張含有 螢幕擷取畫面, 電腦, 筆記型電腦, 設計 的圖片&#10;&#10;自動產生的描述">
            <a:extLst>
              <a:ext uri="{FF2B5EF4-FFF2-40B4-BE49-F238E27FC236}">
                <a16:creationId xmlns:a16="http://schemas.microsoft.com/office/drawing/2014/main" id="{84DE2554-BC1D-8C3D-3407-BFABA0759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456" y="282638"/>
            <a:ext cx="5108866" cy="3965191"/>
          </a:xfrm>
          <a:prstGeom prst="rect">
            <a:avLst/>
          </a:prstGeom>
        </p:spPr>
      </p:pic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0446A51E-56B3-1DB3-78C4-C10AA91E1546}"/>
              </a:ext>
            </a:extLst>
          </p:cNvPr>
          <p:cNvSpPr/>
          <p:nvPr/>
        </p:nvSpPr>
        <p:spPr>
          <a:xfrm>
            <a:off x="5646656" y="1998482"/>
            <a:ext cx="820132" cy="65045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0279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B4D2C-C91C-2C65-41E9-FB1E3608B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2FEEB4E-A12F-50BB-10CB-C389A69B4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29986" y="5622703"/>
            <a:ext cx="7332027" cy="8864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/>
              <a:t>遊戲勝利條件：連成不管直的、橫的、斜的，即可獲勝。</a:t>
            </a:r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7" name="圖片 6" descr="一張含有 螢幕擷取畫面, 設計, 美工圖案, 圖解 的圖片&#10;&#10;自動產生的描述">
            <a:extLst>
              <a:ext uri="{FF2B5EF4-FFF2-40B4-BE49-F238E27FC236}">
                <a16:creationId xmlns:a16="http://schemas.microsoft.com/office/drawing/2014/main" id="{BF4D3876-B074-4B01-A5E5-EFC40603F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711" y="1357504"/>
            <a:ext cx="3681439" cy="2802965"/>
          </a:xfrm>
          <a:prstGeom prst="rect">
            <a:avLst/>
          </a:prstGeom>
        </p:spPr>
      </p:pic>
      <p:pic>
        <p:nvPicPr>
          <p:cNvPr id="9" name="圖片 8" descr="一張含有 螢幕擷取畫面, 設計, 電腦, 筆記型電腦 的圖片&#10;&#10;自動產生的描述">
            <a:extLst>
              <a:ext uri="{FF2B5EF4-FFF2-40B4-BE49-F238E27FC236}">
                <a16:creationId xmlns:a16="http://schemas.microsoft.com/office/drawing/2014/main" id="{29ABCBE5-CE3A-0D5B-D767-80EBDC4C5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699" y="1357504"/>
            <a:ext cx="3681439" cy="2802965"/>
          </a:xfrm>
          <a:prstGeom prst="rect">
            <a:avLst/>
          </a:prstGeom>
        </p:spPr>
      </p:pic>
      <p:pic>
        <p:nvPicPr>
          <p:cNvPr id="11" name="圖片 10" descr="一張含有 螢幕擷取畫面, 設計, 電腦, 筆記型電腦 的圖片&#10;&#10;自動產生的描述">
            <a:extLst>
              <a:ext uri="{FF2B5EF4-FFF2-40B4-BE49-F238E27FC236}">
                <a16:creationId xmlns:a16="http://schemas.microsoft.com/office/drawing/2014/main" id="{E7ECE627-E175-F1A3-B7D1-6ACAA393E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62" y="1357505"/>
            <a:ext cx="3681439" cy="280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266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EC76E-C64D-0C76-BCEA-8F5F5275E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1425B8-B215-B194-9839-1E593D8C9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600" y="2140889"/>
            <a:ext cx="4078800" cy="1453003"/>
          </a:xfrm>
        </p:spPr>
        <p:txBody>
          <a:bodyPr/>
          <a:lstStyle/>
          <a:p>
            <a:r>
              <a:rPr lang="en-US" altLang="zh-TW" dirty="0"/>
              <a:t>END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48CEDD-EC80-B330-2495-6D4D05944E9B}"/>
              </a:ext>
            </a:extLst>
          </p:cNvPr>
          <p:cNvSpPr/>
          <p:nvPr/>
        </p:nvSpPr>
        <p:spPr>
          <a:xfrm>
            <a:off x="5351489" y="2046157"/>
            <a:ext cx="1356609" cy="659568"/>
          </a:xfrm>
          <a:prstGeom prst="rect">
            <a:avLst/>
          </a:prstGeom>
          <a:solidFill>
            <a:srgbClr val="DAE3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404130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2848171_TF11158769_Win32" id="{74D66145-5340-491E-933A-734CD6EC231C}" vid="{FAB84D5D-C696-4CA0-8111-8D5574DB002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1309999-888E-44BA-A188-888AF21B1F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579673F-CE33-48F3-A011-3563BBD946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CF82A0-F4E3-45B7-AF6D-1D89198889C4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霧面設計</Template>
  <TotalTime>619</TotalTime>
  <Words>371</Words>
  <Application>Microsoft Office PowerPoint</Application>
  <PresentationFormat>寬螢幕</PresentationFormat>
  <Paragraphs>37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Microsoft JhengHei UI</vt:lpstr>
      <vt:lpstr>Arial</vt:lpstr>
      <vt:lpstr>Calibri</vt:lpstr>
      <vt:lpstr>Wingdings</vt:lpstr>
      <vt:lpstr>FrostyVTI</vt:lpstr>
      <vt:lpstr>一頁企畫概念 「魔法佔棋」</vt:lpstr>
      <vt:lpstr>遊戲概要</vt:lpstr>
      <vt:lpstr>STORYBOARD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魔法佔棋</dc:title>
  <dc:creator>林予筠</dc:creator>
  <cp:lastModifiedBy>省柏佑</cp:lastModifiedBy>
  <cp:revision>5</cp:revision>
  <dcterms:created xsi:type="dcterms:W3CDTF">2024-03-03T12:42:37Z</dcterms:created>
  <dcterms:modified xsi:type="dcterms:W3CDTF">2024-03-09T09:03:45Z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